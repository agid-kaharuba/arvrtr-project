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autoCompressPictures="0">
  <p:sldMasterIdLst>
    <p:sldMasterId id="2147483667" r:id="rId4"/>
  </p:sldMasterIdLst>
  <p:notesMasterIdLst>
    <p:notesMasterId r:id="rId21"/>
  </p:notesMasterIdLst>
  <p:sldIdLst>
    <p:sldId id="460" r:id="rId5"/>
    <p:sldId id="443" r:id="rId6"/>
    <p:sldId id="457" r:id="rId7"/>
    <p:sldId id="458" r:id="rId8"/>
    <p:sldId id="447" r:id="rId9"/>
    <p:sldId id="445" r:id="rId10"/>
    <p:sldId id="449" r:id="rId11"/>
    <p:sldId id="435" r:id="rId12"/>
    <p:sldId id="466" r:id="rId13"/>
    <p:sldId id="446" r:id="rId14"/>
    <p:sldId id="459" r:id="rId15"/>
    <p:sldId id="456" r:id="rId16"/>
    <p:sldId id="465" r:id="rId17"/>
    <p:sldId id="461" r:id="rId18"/>
    <p:sldId id="464" r:id="rId19"/>
    <p:sldId id="276" r:id="rId20"/>
  </p:sldIdLst>
  <p:sldSz cx="24382413" cy="13716000"/>
  <p:notesSz cx="6858000" cy="9144000"/>
  <p:embeddedFontLst>
    <p:embeddedFont>
      <p:font typeface="Calibri" panose="020F0502020204030204" pitchFamily="34" charset="0"/>
      <p:regular r:id="rId22"/>
      <p:bold r:id="rId23"/>
      <p:italic r:id="rId24"/>
      <p:boldItalic r:id="rId25"/>
    </p:embeddedFont>
    <p:embeddedFont>
      <p:font typeface="Helvetica Neue" panose="020B0604020202020204" charset="0"/>
      <p:regular r:id="rId26"/>
      <p:bold r:id="rId27"/>
      <p:italic r:id="rId28"/>
      <p:boldItalic r:id="rId2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53E7017-5B85-431D-AA91-041A0CF66A1C}" v="390" dt="2021-05-16T11:31:17.620"/>
    <p1510:client id="{31AC3B95-0A3C-4E6A-BDB3-ED3C4F7B5CF4}" v="1101" dt="2021-05-16T11:49:03.967"/>
    <p1510:client id="{3941C691-C18B-4E06-976D-ECB457F7639C}" v="18" dt="2021-05-16T11:17:09.559"/>
    <p1510:client id="{409004BD-1F75-41FE-9C25-5FEAB765477A}" v="17" dt="2021-05-16T11:42:13.668"/>
    <p1510:client id="{58E08537-03B1-453D-94D0-6F587615786F}" v="30" dt="2021-05-16T12:31:43.973"/>
    <p1510:client id="{650DDEA8-7EB4-45AC-9C77-9F24944255C2}" v="556" dt="2021-05-16T12:22:48.396"/>
    <p1510:client id="{6846EC9C-1AD0-4582-BF7A-B70CE9E11CA2}" v="2382" dt="2021-05-16T12:24:38.841"/>
    <p1510:client id="{91A12200-CAB4-414A-91B5-F5B3139EDC90}" v="16" vWet="20" dt="2021-05-16T11:03:56.280"/>
    <p1510:client id="{92DD5013-5123-4532-A1CF-578B979E5E6B}" v="31" dt="2021-05-16T12:34:23.299"/>
    <p1510:client id="{A786B418-8DC7-4864-A61E-551DAD73ACFF}" v="25" dt="2021-05-16T11:50:05.649"/>
    <p1510:client id="{C82BFCEA-E956-448A-84BB-AA17321176CB}" v="171" dt="2021-05-16T11:39:01.511"/>
    <p1510:client id="{D5AEC541-4D7A-4E70-8B6D-F83E53765EAD}" v="94" dt="2021-05-16T11:26:58.104"/>
    <p1510:client id="{DB055C1E-106E-421D-A587-0CE22571FB79}" v="5" dt="2021-05-16T11:29:57.798"/>
    <p1510:client id="{FFE923E4-A6B8-40DE-BACA-BAE7C5C45D49}" v="229" dt="2021-05-16T12:30:16.82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font" Target="fonts/font5.fntdata"/><Relationship Id="rId3" Type="http://schemas.openxmlformats.org/officeDocument/2006/relationships/customXml" Target="../customXml/item3.xml"/><Relationship Id="rId21" Type="http://schemas.openxmlformats.org/officeDocument/2006/relationships/notesMaster" Target="notesMasters/notesMaster1.xml"/><Relationship Id="rId34" Type="http://schemas.microsoft.com/office/2016/11/relationships/changesInfo" Target="changesInfos/changesInfo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font" Target="fonts/font4.fntdata"/><Relationship Id="rId33"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font" Target="fonts/font8.fntdata"/><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font" Target="fonts/font3.fntdata"/><Relationship Id="rId32"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font" Target="fonts/font2.fntdata"/><Relationship Id="rId28" Type="http://schemas.openxmlformats.org/officeDocument/2006/relationships/font" Target="fonts/font7.fntdata"/><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font" Target="fonts/font1.fntdata"/><Relationship Id="rId27" Type="http://schemas.openxmlformats.org/officeDocument/2006/relationships/font" Target="fonts/font6.fntdata"/><Relationship Id="rId30" Type="http://schemas.openxmlformats.org/officeDocument/2006/relationships/presProps" Target="presProps.xml"/><Relationship Id="rId35" Type="http://schemas.microsoft.com/office/2015/10/relationships/revisionInfo" Target="revisionInfo.xml"/><Relationship Id="rId8" Type="http://schemas.openxmlformats.org/officeDocument/2006/relationships/slide" Target="slides/slide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elvin Luong" userId="S::13035946@student.uts.edu.au::a988d8e1-2ad3-4bc2-ae28-57733cf2a05a" providerId="AD" clId="Web-{A786B418-8DC7-4864-A61E-551DAD73ACFF}"/>
    <pc:docChg chg="modSld">
      <pc:chgData name="Kelvin Luong" userId="S::13035946@student.uts.edu.au::a988d8e1-2ad3-4bc2-ae28-57733cf2a05a" providerId="AD" clId="Web-{A786B418-8DC7-4864-A61E-551DAD73ACFF}" dt="2021-05-16T11:50:04.618" v="13" actId="20577"/>
      <pc:docMkLst>
        <pc:docMk/>
      </pc:docMkLst>
      <pc:sldChg chg="modSp">
        <pc:chgData name="Kelvin Luong" userId="S::13035946@student.uts.edu.au::a988d8e1-2ad3-4bc2-ae28-57733cf2a05a" providerId="AD" clId="Web-{A786B418-8DC7-4864-A61E-551DAD73ACFF}" dt="2021-05-16T11:50:04.618" v="13" actId="20577"/>
        <pc:sldMkLst>
          <pc:docMk/>
          <pc:sldMk cId="2364355109" sldId="457"/>
        </pc:sldMkLst>
        <pc:spChg chg="mod">
          <ac:chgData name="Kelvin Luong" userId="S::13035946@student.uts.edu.au::a988d8e1-2ad3-4bc2-ae28-57733cf2a05a" providerId="AD" clId="Web-{A786B418-8DC7-4864-A61E-551DAD73ACFF}" dt="2021-05-16T11:50:04.618" v="13" actId="20577"/>
          <ac:spMkLst>
            <pc:docMk/>
            <pc:sldMk cId="2364355109" sldId="457"/>
            <ac:spMk id="3" creationId="{E270589A-6706-5144-BCD3-12E2CD443333}"/>
          </ac:spMkLst>
        </pc:spChg>
      </pc:sldChg>
    </pc:docChg>
  </pc:docChgLst>
  <pc:docChgLst>
    <pc:chgData name="Calvin Dong" userId="S::13227638@student.uts.edu.au::9d41dabe-7d85-4d82-90c2-674f0e298f62" providerId="AD" clId="Web-{253E7017-5B85-431D-AA91-041A0CF66A1C}"/>
    <pc:docChg chg="addSld modSld">
      <pc:chgData name="Calvin Dong" userId="S::13227638@student.uts.edu.au::9d41dabe-7d85-4d82-90c2-674f0e298f62" providerId="AD" clId="Web-{253E7017-5B85-431D-AA91-041A0CF66A1C}" dt="2021-05-16T11:31:17.620" v="383" actId="20577"/>
      <pc:docMkLst>
        <pc:docMk/>
      </pc:docMkLst>
      <pc:sldChg chg="addSp delSp modSp">
        <pc:chgData name="Calvin Dong" userId="S::13227638@student.uts.edu.au::9d41dabe-7d85-4d82-90c2-674f0e298f62" providerId="AD" clId="Web-{253E7017-5B85-431D-AA91-041A0CF66A1C}" dt="2021-05-16T11:16:03.741" v="113"/>
        <pc:sldMkLst>
          <pc:docMk/>
          <pc:sldMk cId="4133578463" sldId="434"/>
        </pc:sldMkLst>
        <pc:spChg chg="add del mod">
          <ac:chgData name="Calvin Dong" userId="S::13227638@student.uts.edu.au::9d41dabe-7d85-4d82-90c2-674f0e298f62" providerId="AD" clId="Web-{253E7017-5B85-431D-AA91-041A0CF66A1C}" dt="2021-05-16T11:16:03.741" v="113"/>
          <ac:spMkLst>
            <pc:docMk/>
            <pc:sldMk cId="4133578463" sldId="434"/>
            <ac:spMk id="3" creationId="{1F72EC21-E394-4991-9E02-1BBD62504A17}"/>
          </ac:spMkLst>
        </pc:spChg>
      </pc:sldChg>
      <pc:sldChg chg="delSp modSp new">
        <pc:chgData name="Calvin Dong" userId="S::13227638@student.uts.edu.au::9d41dabe-7d85-4d82-90c2-674f0e298f62" providerId="AD" clId="Web-{253E7017-5B85-431D-AA91-041A0CF66A1C}" dt="2021-05-16T11:20:30.090" v="169" actId="20577"/>
        <pc:sldMkLst>
          <pc:docMk/>
          <pc:sldMk cId="2733991637" sldId="461"/>
        </pc:sldMkLst>
        <pc:spChg chg="mod">
          <ac:chgData name="Calvin Dong" userId="S::13227638@student.uts.edu.au::9d41dabe-7d85-4d82-90c2-674f0e298f62" providerId="AD" clId="Web-{253E7017-5B85-431D-AA91-041A0CF66A1C}" dt="2021-05-16T11:07:55.149" v="12" actId="20577"/>
          <ac:spMkLst>
            <pc:docMk/>
            <pc:sldMk cId="2733991637" sldId="461"/>
            <ac:spMk id="2" creationId="{C408D240-FA98-4B27-A887-AA5EBD73E294}"/>
          </ac:spMkLst>
        </pc:spChg>
        <pc:spChg chg="mod">
          <ac:chgData name="Calvin Dong" userId="S::13227638@student.uts.edu.au::9d41dabe-7d85-4d82-90c2-674f0e298f62" providerId="AD" clId="Web-{253E7017-5B85-431D-AA91-041A0CF66A1C}" dt="2021-05-16T11:20:30.090" v="169" actId="20577"/>
          <ac:spMkLst>
            <pc:docMk/>
            <pc:sldMk cId="2733991637" sldId="461"/>
            <ac:spMk id="3" creationId="{DBD11AA7-63F2-49D3-960D-8EF6D8920007}"/>
          </ac:spMkLst>
        </pc:spChg>
        <pc:graphicFrameChg chg="del mod">
          <ac:chgData name="Calvin Dong" userId="S::13227638@student.uts.edu.au::9d41dabe-7d85-4d82-90c2-674f0e298f62" providerId="AD" clId="Web-{253E7017-5B85-431D-AA91-041A0CF66A1C}" dt="2021-05-16T11:16:25.507" v="114"/>
          <ac:graphicFrameMkLst>
            <pc:docMk/>
            <pc:sldMk cId="2733991637" sldId="461"/>
            <ac:graphicFrameMk id="4" creationId="{280F24E2-7975-4456-BCDC-036E74F5C009}"/>
          </ac:graphicFrameMkLst>
        </pc:graphicFrameChg>
      </pc:sldChg>
      <pc:sldChg chg="modSp add replId">
        <pc:chgData name="Calvin Dong" userId="S::13227638@student.uts.edu.au::9d41dabe-7d85-4d82-90c2-674f0e298f62" providerId="AD" clId="Web-{253E7017-5B85-431D-AA91-041A0CF66A1C}" dt="2021-05-16T11:29:07.727" v="308" actId="20577"/>
        <pc:sldMkLst>
          <pc:docMk/>
          <pc:sldMk cId="350401100" sldId="462"/>
        </pc:sldMkLst>
        <pc:spChg chg="mod">
          <ac:chgData name="Calvin Dong" userId="S::13227638@student.uts.edu.au::9d41dabe-7d85-4d82-90c2-674f0e298f62" providerId="AD" clId="Web-{253E7017-5B85-431D-AA91-041A0CF66A1C}" dt="2021-05-16T11:08:08.196" v="18" actId="20577"/>
          <ac:spMkLst>
            <pc:docMk/>
            <pc:sldMk cId="350401100" sldId="462"/>
            <ac:spMk id="2" creationId="{C408D240-FA98-4B27-A887-AA5EBD73E294}"/>
          </ac:spMkLst>
        </pc:spChg>
        <pc:spChg chg="mod">
          <ac:chgData name="Calvin Dong" userId="S::13227638@student.uts.edu.au::9d41dabe-7d85-4d82-90c2-674f0e298f62" providerId="AD" clId="Web-{253E7017-5B85-431D-AA91-041A0CF66A1C}" dt="2021-05-16T11:29:07.727" v="308" actId="20577"/>
          <ac:spMkLst>
            <pc:docMk/>
            <pc:sldMk cId="350401100" sldId="462"/>
            <ac:spMk id="3" creationId="{DBD11AA7-63F2-49D3-960D-8EF6D8920007}"/>
          </ac:spMkLst>
        </pc:spChg>
      </pc:sldChg>
      <pc:sldChg chg="modSp add replId">
        <pc:chgData name="Calvin Dong" userId="S::13227638@student.uts.edu.au::9d41dabe-7d85-4d82-90c2-674f0e298f62" providerId="AD" clId="Web-{253E7017-5B85-431D-AA91-041A0CF66A1C}" dt="2021-05-16T11:31:17.620" v="383" actId="20577"/>
        <pc:sldMkLst>
          <pc:docMk/>
          <pc:sldMk cId="431394524" sldId="463"/>
        </pc:sldMkLst>
        <pc:spChg chg="mod">
          <ac:chgData name="Calvin Dong" userId="S::13227638@student.uts.edu.au::9d41dabe-7d85-4d82-90c2-674f0e298f62" providerId="AD" clId="Web-{253E7017-5B85-431D-AA91-041A0CF66A1C}" dt="2021-05-16T11:08:19.544" v="25" actId="20577"/>
          <ac:spMkLst>
            <pc:docMk/>
            <pc:sldMk cId="431394524" sldId="463"/>
            <ac:spMk id="2" creationId="{C408D240-FA98-4B27-A887-AA5EBD73E294}"/>
          </ac:spMkLst>
        </pc:spChg>
        <pc:spChg chg="mod">
          <ac:chgData name="Calvin Dong" userId="S::13227638@student.uts.edu.au::9d41dabe-7d85-4d82-90c2-674f0e298f62" providerId="AD" clId="Web-{253E7017-5B85-431D-AA91-041A0CF66A1C}" dt="2021-05-16T11:31:17.620" v="383" actId="20577"/>
          <ac:spMkLst>
            <pc:docMk/>
            <pc:sldMk cId="431394524" sldId="463"/>
            <ac:spMk id="3" creationId="{DBD11AA7-63F2-49D3-960D-8EF6D8920007}"/>
          </ac:spMkLst>
        </pc:spChg>
      </pc:sldChg>
      <pc:sldChg chg="modSp add replId">
        <pc:chgData name="Calvin Dong" userId="S::13227638@student.uts.edu.au::9d41dabe-7d85-4d82-90c2-674f0e298f62" providerId="AD" clId="Web-{253E7017-5B85-431D-AA91-041A0CF66A1C}" dt="2021-05-16T11:08:34.638" v="56" actId="20577"/>
        <pc:sldMkLst>
          <pc:docMk/>
          <pc:sldMk cId="4024191159" sldId="464"/>
        </pc:sldMkLst>
        <pc:spChg chg="mod">
          <ac:chgData name="Calvin Dong" userId="S::13227638@student.uts.edu.au::9d41dabe-7d85-4d82-90c2-674f0e298f62" providerId="AD" clId="Web-{253E7017-5B85-431D-AA91-041A0CF66A1C}" dt="2021-05-16T11:08:34.638" v="56" actId="20577"/>
          <ac:spMkLst>
            <pc:docMk/>
            <pc:sldMk cId="4024191159" sldId="464"/>
            <ac:spMk id="2" creationId="{C408D240-FA98-4B27-A887-AA5EBD73E294}"/>
          </ac:spMkLst>
        </pc:spChg>
      </pc:sldChg>
    </pc:docChg>
  </pc:docChgLst>
  <pc:docChgLst>
    <pc:chgData name="Mitchell Murphy" userId="383e9c9b-1b3b-4947-a73e-9012e727e669" providerId="ADAL" clId="{92DD5013-5123-4532-A1CF-578B979E5E6B}"/>
    <pc:docChg chg="custSel modSld">
      <pc:chgData name="Mitchell Murphy" userId="383e9c9b-1b3b-4947-a73e-9012e727e669" providerId="ADAL" clId="{92DD5013-5123-4532-A1CF-578B979E5E6B}" dt="2021-05-16T12:34:23.299" v="28" actId="1076"/>
      <pc:docMkLst>
        <pc:docMk/>
      </pc:docMkLst>
      <pc:sldChg chg="addSp delSp modSp mod">
        <pc:chgData name="Mitchell Murphy" userId="383e9c9b-1b3b-4947-a73e-9012e727e669" providerId="ADAL" clId="{92DD5013-5123-4532-A1CF-578B979E5E6B}" dt="2021-05-16T12:34:23.299" v="28" actId="1076"/>
        <pc:sldMkLst>
          <pc:docMk/>
          <pc:sldMk cId="4108184696" sldId="435"/>
        </pc:sldMkLst>
        <pc:picChg chg="del">
          <ac:chgData name="Mitchell Murphy" userId="383e9c9b-1b3b-4947-a73e-9012e727e669" providerId="ADAL" clId="{92DD5013-5123-4532-A1CF-578B979E5E6B}" dt="2021-05-16T12:21:36.627" v="9" actId="478"/>
          <ac:picMkLst>
            <pc:docMk/>
            <pc:sldMk cId="4108184696" sldId="435"/>
            <ac:picMk id="5" creationId="{54EF37EC-9A87-4B4A-A8DC-4C0E8514C602}"/>
          </ac:picMkLst>
        </pc:picChg>
        <pc:picChg chg="del">
          <ac:chgData name="Mitchell Murphy" userId="383e9c9b-1b3b-4947-a73e-9012e727e669" providerId="ADAL" clId="{92DD5013-5123-4532-A1CF-578B979E5E6B}" dt="2021-05-16T12:21:38.101" v="11" actId="478"/>
          <ac:picMkLst>
            <pc:docMk/>
            <pc:sldMk cId="4108184696" sldId="435"/>
            <ac:picMk id="6" creationId="{61DAAB96-0E3E-46C5-A961-ED51D94523A4}"/>
          </ac:picMkLst>
        </pc:picChg>
        <pc:picChg chg="add del mod">
          <ac:chgData name="Mitchell Murphy" userId="383e9c9b-1b3b-4947-a73e-9012e727e669" providerId="ADAL" clId="{92DD5013-5123-4532-A1CF-578B979E5E6B}" dt="2021-05-16T12:34:00.066" v="17" actId="478"/>
          <ac:picMkLst>
            <pc:docMk/>
            <pc:sldMk cId="4108184696" sldId="435"/>
            <ac:picMk id="8" creationId="{EC41DECF-AD72-4E2A-B80B-1772C0BF2682}"/>
          </ac:picMkLst>
        </pc:picChg>
        <pc:picChg chg="add del mod">
          <ac:chgData name="Mitchell Murphy" userId="383e9c9b-1b3b-4947-a73e-9012e727e669" providerId="ADAL" clId="{92DD5013-5123-4532-A1CF-578B979E5E6B}" dt="2021-05-16T12:34:08.063" v="21" actId="478"/>
          <ac:picMkLst>
            <pc:docMk/>
            <pc:sldMk cId="4108184696" sldId="435"/>
            <ac:picMk id="10" creationId="{74F6C185-67C4-437B-B175-273C7387AA0C}"/>
          </ac:picMkLst>
        </pc:picChg>
        <pc:picChg chg="add mod">
          <ac:chgData name="Mitchell Murphy" userId="383e9c9b-1b3b-4947-a73e-9012e727e669" providerId="ADAL" clId="{92DD5013-5123-4532-A1CF-578B979E5E6B}" dt="2021-05-16T12:34:23.299" v="28" actId="1076"/>
          <ac:picMkLst>
            <pc:docMk/>
            <pc:sldMk cId="4108184696" sldId="435"/>
            <ac:picMk id="12" creationId="{3C70829F-DE5F-4BE0-8305-E6C53E4555F3}"/>
          </ac:picMkLst>
        </pc:picChg>
      </pc:sldChg>
    </pc:docChg>
  </pc:docChgLst>
  <pc:docChgLst>
    <pc:chgData name="Kelvin Luong" userId="S::13035946@student.uts.edu.au::a988d8e1-2ad3-4bc2-ae28-57733cf2a05a" providerId="AD" clId="Web-{409004BD-1F75-41FE-9C25-5FEAB765477A}"/>
    <pc:docChg chg="modSld">
      <pc:chgData name="Kelvin Luong" userId="S::13035946@student.uts.edu.au::a988d8e1-2ad3-4bc2-ae28-57733cf2a05a" providerId="AD" clId="Web-{409004BD-1F75-41FE-9C25-5FEAB765477A}" dt="2021-05-16T11:42:13.043" v="7" actId="20577"/>
      <pc:docMkLst>
        <pc:docMk/>
      </pc:docMkLst>
      <pc:sldChg chg="modSp">
        <pc:chgData name="Kelvin Luong" userId="S::13035946@student.uts.edu.au::a988d8e1-2ad3-4bc2-ae28-57733cf2a05a" providerId="AD" clId="Web-{409004BD-1F75-41FE-9C25-5FEAB765477A}" dt="2021-05-16T11:42:13.043" v="7" actId="20577"/>
        <pc:sldMkLst>
          <pc:docMk/>
          <pc:sldMk cId="2364355109" sldId="457"/>
        </pc:sldMkLst>
        <pc:spChg chg="mod">
          <ac:chgData name="Kelvin Luong" userId="S::13035946@student.uts.edu.au::a988d8e1-2ad3-4bc2-ae28-57733cf2a05a" providerId="AD" clId="Web-{409004BD-1F75-41FE-9C25-5FEAB765477A}" dt="2021-05-16T11:42:13.043" v="7" actId="20577"/>
          <ac:spMkLst>
            <pc:docMk/>
            <pc:sldMk cId="2364355109" sldId="457"/>
            <ac:spMk id="3" creationId="{E270589A-6706-5144-BCD3-12E2CD443333}"/>
          </ac:spMkLst>
        </pc:spChg>
      </pc:sldChg>
    </pc:docChg>
  </pc:docChgLst>
  <pc:docChgLst>
    <pc:chgData name="Kelvin Luong" userId="S::13035946@student.uts.edu.au::a988d8e1-2ad3-4bc2-ae28-57733cf2a05a" providerId="AD" clId="Web-{6846EC9C-1AD0-4582-BF7A-B70CE9E11CA2}"/>
    <pc:docChg chg="modSld">
      <pc:chgData name="Kelvin Luong" userId="S::13035946@student.uts.edu.au::a988d8e1-2ad3-4bc2-ae28-57733cf2a05a" providerId="AD" clId="Web-{6846EC9C-1AD0-4582-BF7A-B70CE9E11CA2}" dt="2021-05-16T12:24:37.981" v="1230" actId="20577"/>
      <pc:docMkLst>
        <pc:docMk/>
      </pc:docMkLst>
      <pc:sldChg chg="modSp">
        <pc:chgData name="Kelvin Luong" userId="S::13035946@student.uts.edu.au::a988d8e1-2ad3-4bc2-ae28-57733cf2a05a" providerId="AD" clId="Web-{6846EC9C-1AD0-4582-BF7A-B70CE9E11CA2}" dt="2021-05-16T12:02:14.245" v="115" actId="20577"/>
        <pc:sldMkLst>
          <pc:docMk/>
          <pc:sldMk cId="4095176721" sldId="443"/>
        </pc:sldMkLst>
        <pc:spChg chg="mod">
          <ac:chgData name="Kelvin Luong" userId="S::13035946@student.uts.edu.au::a988d8e1-2ad3-4bc2-ae28-57733cf2a05a" providerId="AD" clId="Web-{6846EC9C-1AD0-4582-BF7A-B70CE9E11CA2}" dt="2021-05-16T12:02:14.245" v="115" actId="20577"/>
          <ac:spMkLst>
            <pc:docMk/>
            <pc:sldMk cId="4095176721" sldId="443"/>
            <ac:spMk id="3" creationId="{E270589A-6706-5144-BCD3-12E2CD443333}"/>
          </ac:spMkLst>
        </pc:spChg>
      </pc:sldChg>
      <pc:sldChg chg="modSp">
        <pc:chgData name="Kelvin Luong" userId="S::13035946@student.uts.edu.au::a988d8e1-2ad3-4bc2-ae28-57733cf2a05a" providerId="AD" clId="Web-{6846EC9C-1AD0-4582-BF7A-B70CE9E11CA2}" dt="2021-05-16T12:24:37.981" v="1230" actId="20577"/>
        <pc:sldMkLst>
          <pc:docMk/>
          <pc:sldMk cId="1966889161" sldId="445"/>
        </pc:sldMkLst>
        <pc:spChg chg="mod">
          <ac:chgData name="Kelvin Luong" userId="S::13035946@student.uts.edu.au::a988d8e1-2ad3-4bc2-ae28-57733cf2a05a" providerId="AD" clId="Web-{6846EC9C-1AD0-4582-BF7A-B70CE9E11CA2}" dt="2021-05-16T12:24:37.981" v="1230" actId="20577"/>
          <ac:spMkLst>
            <pc:docMk/>
            <pc:sldMk cId="1966889161" sldId="445"/>
            <ac:spMk id="3" creationId="{E270589A-6706-5144-BCD3-12E2CD443333}"/>
          </ac:spMkLst>
        </pc:spChg>
      </pc:sldChg>
      <pc:sldChg chg="modSp">
        <pc:chgData name="Kelvin Luong" userId="S::13035946@student.uts.edu.au::a988d8e1-2ad3-4bc2-ae28-57733cf2a05a" providerId="AD" clId="Web-{6846EC9C-1AD0-4582-BF7A-B70CE9E11CA2}" dt="2021-05-16T12:22:32.541" v="1090" actId="20577"/>
        <pc:sldMkLst>
          <pc:docMk/>
          <pc:sldMk cId="3125480362" sldId="447"/>
        </pc:sldMkLst>
        <pc:spChg chg="mod">
          <ac:chgData name="Kelvin Luong" userId="S::13035946@student.uts.edu.au::a988d8e1-2ad3-4bc2-ae28-57733cf2a05a" providerId="AD" clId="Web-{6846EC9C-1AD0-4582-BF7A-B70CE9E11CA2}" dt="2021-05-16T12:22:32.541" v="1090" actId="20577"/>
          <ac:spMkLst>
            <pc:docMk/>
            <pc:sldMk cId="3125480362" sldId="447"/>
            <ac:spMk id="3" creationId="{E270589A-6706-5144-BCD3-12E2CD443333}"/>
          </ac:spMkLst>
        </pc:spChg>
      </pc:sldChg>
      <pc:sldChg chg="modSp">
        <pc:chgData name="Kelvin Luong" userId="S::13035946@student.uts.edu.au::a988d8e1-2ad3-4bc2-ae28-57733cf2a05a" providerId="AD" clId="Web-{6846EC9C-1AD0-4582-BF7A-B70CE9E11CA2}" dt="2021-05-16T12:21:04.257" v="1082" actId="20577"/>
        <pc:sldMkLst>
          <pc:docMk/>
          <pc:sldMk cId="2364355109" sldId="457"/>
        </pc:sldMkLst>
        <pc:spChg chg="mod">
          <ac:chgData name="Kelvin Luong" userId="S::13035946@student.uts.edu.au::a988d8e1-2ad3-4bc2-ae28-57733cf2a05a" providerId="AD" clId="Web-{6846EC9C-1AD0-4582-BF7A-B70CE9E11CA2}" dt="2021-05-16T12:21:04.257" v="1082" actId="20577"/>
          <ac:spMkLst>
            <pc:docMk/>
            <pc:sldMk cId="2364355109" sldId="457"/>
            <ac:spMk id="3" creationId="{E270589A-6706-5144-BCD3-12E2CD443333}"/>
          </ac:spMkLst>
        </pc:spChg>
      </pc:sldChg>
      <pc:sldChg chg="modSp">
        <pc:chgData name="Kelvin Luong" userId="S::13035946@student.uts.edu.au::a988d8e1-2ad3-4bc2-ae28-57733cf2a05a" providerId="AD" clId="Web-{6846EC9C-1AD0-4582-BF7A-B70CE9E11CA2}" dt="2021-05-16T12:09:39.663" v="551" actId="20577"/>
        <pc:sldMkLst>
          <pc:docMk/>
          <pc:sldMk cId="2247374110" sldId="458"/>
        </pc:sldMkLst>
        <pc:spChg chg="mod">
          <ac:chgData name="Kelvin Luong" userId="S::13035946@student.uts.edu.au::a988d8e1-2ad3-4bc2-ae28-57733cf2a05a" providerId="AD" clId="Web-{6846EC9C-1AD0-4582-BF7A-B70CE9E11CA2}" dt="2021-05-16T12:09:39.663" v="551" actId="20577"/>
          <ac:spMkLst>
            <pc:docMk/>
            <pc:sldMk cId="2247374110" sldId="458"/>
            <ac:spMk id="3" creationId="{E270589A-6706-5144-BCD3-12E2CD443333}"/>
          </ac:spMkLst>
        </pc:spChg>
      </pc:sldChg>
    </pc:docChg>
  </pc:docChgLst>
  <pc:docChgLst>
    <pc:chgData name="Andy Lee" userId="S::13247895@student.uts.edu.au::63a3feea-a7f2-4c02-9802-2b3d60b0a5d5" providerId="AD" clId="Web-{3941C691-C18B-4E06-976D-ECB457F7639C}"/>
    <pc:docChg chg="modSld">
      <pc:chgData name="Andy Lee" userId="S::13247895@student.uts.edu.au::63a3feea-a7f2-4c02-9802-2b3d60b0a5d5" providerId="AD" clId="Web-{3941C691-C18B-4E06-976D-ECB457F7639C}" dt="2021-05-16T11:17:09.559" v="15" actId="14100"/>
      <pc:docMkLst>
        <pc:docMk/>
      </pc:docMkLst>
      <pc:sldChg chg="addSp delSp modSp">
        <pc:chgData name="Andy Lee" userId="S::13247895@student.uts.edu.au::63a3feea-a7f2-4c02-9802-2b3d60b0a5d5" providerId="AD" clId="Web-{3941C691-C18B-4E06-976D-ECB457F7639C}" dt="2021-05-16T11:12:31.476" v="9" actId="1076"/>
        <pc:sldMkLst>
          <pc:docMk/>
          <pc:sldMk cId="4108184696" sldId="435"/>
        </pc:sldMkLst>
        <pc:spChg chg="del">
          <ac:chgData name="Andy Lee" userId="S::13247895@student.uts.edu.au::63a3feea-a7f2-4c02-9802-2b3d60b0a5d5" providerId="AD" clId="Web-{3941C691-C18B-4E06-976D-ECB457F7639C}" dt="2021-05-16T11:12:18.085" v="0"/>
          <ac:spMkLst>
            <pc:docMk/>
            <pc:sldMk cId="4108184696" sldId="435"/>
            <ac:spMk id="3" creationId="{F8F548B2-F0EF-4896-A522-CE1B544AA004}"/>
          </ac:spMkLst>
        </pc:spChg>
        <pc:picChg chg="add mod">
          <ac:chgData name="Andy Lee" userId="S::13247895@student.uts.edu.au::63a3feea-a7f2-4c02-9802-2b3d60b0a5d5" providerId="AD" clId="Web-{3941C691-C18B-4E06-976D-ECB457F7639C}" dt="2021-05-16T11:12:31.476" v="9" actId="1076"/>
          <ac:picMkLst>
            <pc:docMk/>
            <pc:sldMk cId="4108184696" sldId="435"/>
            <ac:picMk id="5" creationId="{54EF37EC-9A87-4B4A-A8DC-4C0E8514C602}"/>
          </ac:picMkLst>
        </pc:picChg>
        <pc:picChg chg="add mod">
          <ac:chgData name="Andy Lee" userId="S::13247895@student.uts.edu.au::63a3feea-a7f2-4c02-9802-2b3d60b0a5d5" providerId="AD" clId="Web-{3941C691-C18B-4E06-976D-ECB457F7639C}" dt="2021-05-16T11:12:29.960" v="8" actId="1076"/>
          <ac:picMkLst>
            <pc:docMk/>
            <pc:sldMk cId="4108184696" sldId="435"/>
            <ac:picMk id="6" creationId="{61DAAB96-0E3E-46C5-A961-ED51D94523A4}"/>
          </ac:picMkLst>
        </pc:picChg>
      </pc:sldChg>
      <pc:sldChg chg="addSp">
        <pc:chgData name="Andy Lee" userId="S::13247895@student.uts.edu.au::63a3feea-a7f2-4c02-9802-2b3d60b0a5d5" providerId="AD" clId="Web-{3941C691-C18B-4E06-976D-ECB457F7639C}" dt="2021-05-16T11:16:10.027" v="11"/>
        <pc:sldMkLst>
          <pc:docMk/>
          <pc:sldMk cId="460939572" sldId="456"/>
        </pc:sldMkLst>
        <pc:graphicFrameChg chg="add">
          <ac:chgData name="Andy Lee" userId="S::13247895@student.uts.edu.au::63a3feea-a7f2-4c02-9802-2b3d60b0a5d5" providerId="AD" clId="Web-{3941C691-C18B-4E06-976D-ECB457F7639C}" dt="2021-05-16T11:16:10.027" v="11"/>
          <ac:graphicFrameMkLst>
            <pc:docMk/>
            <pc:sldMk cId="460939572" sldId="456"/>
            <ac:graphicFrameMk id="3" creationId="{8BAB4BE6-62B8-459F-A4CB-C1057BDFE1A8}"/>
          </ac:graphicFrameMkLst>
        </pc:graphicFrameChg>
      </pc:sldChg>
      <pc:sldChg chg="delSp modSp">
        <pc:chgData name="Andy Lee" userId="S::13247895@student.uts.edu.au::63a3feea-a7f2-4c02-9802-2b3d60b0a5d5" providerId="AD" clId="Web-{3941C691-C18B-4E06-976D-ECB457F7639C}" dt="2021-05-16T11:17:09.559" v="15" actId="14100"/>
        <pc:sldMkLst>
          <pc:docMk/>
          <pc:sldMk cId="614676486" sldId="460"/>
        </pc:sldMkLst>
        <pc:spChg chg="del">
          <ac:chgData name="Andy Lee" userId="S::13247895@student.uts.edu.au::63a3feea-a7f2-4c02-9802-2b3d60b0a5d5" providerId="AD" clId="Web-{3941C691-C18B-4E06-976D-ECB457F7639C}" dt="2021-05-16T11:17:03.950" v="13"/>
          <ac:spMkLst>
            <pc:docMk/>
            <pc:sldMk cId="614676486" sldId="460"/>
            <ac:spMk id="2" creationId="{2C1C4A84-8876-E140-AE6B-63629404E4E5}"/>
          </ac:spMkLst>
        </pc:spChg>
        <pc:spChg chg="del">
          <ac:chgData name="Andy Lee" userId="S::13247895@student.uts.edu.au::63a3feea-a7f2-4c02-9802-2b3d60b0a5d5" providerId="AD" clId="Web-{3941C691-C18B-4E06-976D-ECB457F7639C}" dt="2021-05-16T11:17:05.262" v="14"/>
          <ac:spMkLst>
            <pc:docMk/>
            <pc:sldMk cId="614676486" sldId="460"/>
            <ac:spMk id="3" creationId="{E75BECEA-156B-4D4F-82EB-2C35D0F46AC1}"/>
          </ac:spMkLst>
        </pc:spChg>
        <pc:picChg chg="mod">
          <ac:chgData name="Andy Lee" userId="S::13247895@student.uts.edu.au::63a3feea-a7f2-4c02-9802-2b3d60b0a5d5" providerId="AD" clId="Web-{3941C691-C18B-4E06-976D-ECB457F7639C}" dt="2021-05-16T11:17:09.559" v="15" actId="14100"/>
          <ac:picMkLst>
            <pc:docMk/>
            <pc:sldMk cId="614676486" sldId="460"/>
            <ac:picMk id="6" creationId="{9407D9BB-6C1C-4825-BE48-07E4834FDAFB}"/>
          </ac:picMkLst>
        </pc:picChg>
      </pc:sldChg>
      <pc:sldChg chg="modSp">
        <pc:chgData name="Andy Lee" userId="S::13247895@student.uts.edu.au::63a3feea-a7f2-4c02-9802-2b3d60b0a5d5" providerId="AD" clId="Web-{3941C691-C18B-4E06-976D-ECB457F7639C}" dt="2021-05-16T11:15:51.902" v="10" actId="1076"/>
        <pc:sldMkLst>
          <pc:docMk/>
          <pc:sldMk cId="2733991637" sldId="461"/>
        </pc:sldMkLst>
        <pc:graphicFrameChg chg="mod">
          <ac:chgData name="Andy Lee" userId="S::13247895@student.uts.edu.au::63a3feea-a7f2-4c02-9802-2b3d60b0a5d5" providerId="AD" clId="Web-{3941C691-C18B-4E06-976D-ECB457F7639C}" dt="2021-05-16T11:15:51.902" v="10" actId="1076"/>
          <ac:graphicFrameMkLst>
            <pc:docMk/>
            <pc:sldMk cId="2733991637" sldId="461"/>
            <ac:graphicFrameMk id="4" creationId="{280F24E2-7975-4456-BCDC-036E74F5C009}"/>
          </ac:graphicFrameMkLst>
        </pc:graphicFrameChg>
      </pc:sldChg>
    </pc:docChg>
  </pc:docChgLst>
  <pc:docChgLst>
    <pc:chgData name="Andy Lee" userId="S::13247895@student.uts.edu.au::63a3feea-a7f2-4c02-9802-2b3d60b0a5d5" providerId="AD" clId="Web-{D5AEC541-4D7A-4E70-8B6D-F83E53765EAD}"/>
    <pc:docChg chg="modSld">
      <pc:chgData name="Andy Lee" userId="S::13247895@student.uts.edu.au::63a3feea-a7f2-4c02-9802-2b3d60b0a5d5" providerId="AD" clId="Web-{D5AEC541-4D7A-4E70-8B6D-F83E53765EAD}" dt="2021-05-16T11:26:58.104" v="50" actId="14100"/>
      <pc:docMkLst>
        <pc:docMk/>
      </pc:docMkLst>
      <pc:sldChg chg="addSp delSp modSp">
        <pc:chgData name="Andy Lee" userId="S::13247895@student.uts.edu.au::63a3feea-a7f2-4c02-9802-2b3d60b0a5d5" providerId="AD" clId="Web-{D5AEC541-4D7A-4E70-8B6D-F83E53765EAD}" dt="2021-05-16T11:26:49.885" v="49" actId="14100"/>
        <pc:sldMkLst>
          <pc:docMk/>
          <pc:sldMk cId="2191342080" sldId="446"/>
        </pc:sldMkLst>
        <pc:spChg chg="del mod">
          <ac:chgData name="Andy Lee" userId="S::13247895@student.uts.edu.au::63a3feea-a7f2-4c02-9802-2b3d60b0a5d5" providerId="AD" clId="Web-{D5AEC541-4D7A-4E70-8B6D-F83E53765EAD}" dt="2021-05-16T11:26:43.885" v="47"/>
          <ac:spMkLst>
            <pc:docMk/>
            <pc:sldMk cId="2191342080" sldId="446"/>
            <ac:spMk id="3" creationId="{E270589A-6706-5144-BCD3-12E2CD443333}"/>
          </ac:spMkLst>
        </pc:spChg>
        <pc:spChg chg="add mod">
          <ac:chgData name="Andy Lee" userId="S::13247895@student.uts.edu.au::63a3feea-a7f2-4c02-9802-2b3d60b0a5d5" providerId="AD" clId="Web-{D5AEC541-4D7A-4E70-8B6D-F83E53765EAD}" dt="2021-05-16T11:26:49.885" v="49" actId="14100"/>
          <ac:spMkLst>
            <pc:docMk/>
            <pc:sldMk cId="2191342080" sldId="446"/>
            <ac:spMk id="7" creationId="{C4814867-5AD6-4F03-9D74-3417D1B57ADF}"/>
          </ac:spMkLst>
        </pc:spChg>
        <pc:graphicFrameChg chg="add del mod">
          <ac:chgData name="Andy Lee" userId="S::13247895@student.uts.edu.au::63a3feea-a7f2-4c02-9802-2b3d60b0a5d5" providerId="AD" clId="Web-{D5AEC541-4D7A-4E70-8B6D-F83E53765EAD}" dt="2021-05-16T11:26:08.509" v="3"/>
          <ac:graphicFrameMkLst>
            <pc:docMk/>
            <pc:sldMk cId="2191342080" sldId="446"/>
            <ac:graphicFrameMk id="5" creationId="{F1E95183-02A1-411F-80B2-AD74ABD8B575}"/>
          </ac:graphicFrameMkLst>
        </pc:graphicFrameChg>
      </pc:sldChg>
      <pc:sldChg chg="modSp">
        <pc:chgData name="Andy Lee" userId="S::13247895@student.uts.edu.au::63a3feea-a7f2-4c02-9802-2b3d60b0a5d5" providerId="AD" clId="Web-{D5AEC541-4D7A-4E70-8B6D-F83E53765EAD}" dt="2021-05-16T11:26:58.104" v="50" actId="14100"/>
        <pc:sldMkLst>
          <pc:docMk/>
          <pc:sldMk cId="3844217041" sldId="449"/>
        </pc:sldMkLst>
        <pc:spChg chg="mod">
          <ac:chgData name="Andy Lee" userId="S::13247895@student.uts.edu.au::63a3feea-a7f2-4c02-9802-2b3d60b0a5d5" providerId="AD" clId="Web-{D5AEC541-4D7A-4E70-8B6D-F83E53765EAD}" dt="2021-05-16T11:26:58.104" v="50" actId="14100"/>
          <ac:spMkLst>
            <pc:docMk/>
            <pc:sldMk cId="3844217041" sldId="449"/>
            <ac:spMk id="3" creationId="{E270589A-6706-5144-BCD3-12E2CD443333}"/>
          </ac:spMkLst>
        </pc:spChg>
      </pc:sldChg>
    </pc:docChg>
  </pc:docChgLst>
  <pc:docChgLst>
    <pc:chgData name="Andy Lee" userId="63a3feea-a7f2-4c02-9802-2b3d60b0a5d5" providerId="ADAL" clId="{58E08537-03B1-453D-94D0-6F587615786F}"/>
    <pc:docChg chg="custSel addSld modSld">
      <pc:chgData name="Andy Lee" userId="63a3feea-a7f2-4c02-9802-2b3d60b0a5d5" providerId="ADAL" clId="{58E08537-03B1-453D-94D0-6F587615786F}" dt="2021-05-16T12:31:43.973" v="27" actId="1076"/>
      <pc:docMkLst>
        <pc:docMk/>
      </pc:docMkLst>
      <pc:sldChg chg="modSp mod">
        <pc:chgData name="Andy Lee" userId="63a3feea-a7f2-4c02-9802-2b3d60b0a5d5" providerId="ADAL" clId="{58E08537-03B1-453D-94D0-6F587615786F}" dt="2021-05-16T12:31:43.973" v="27" actId="1076"/>
        <pc:sldMkLst>
          <pc:docMk/>
          <pc:sldMk cId="2733991637" sldId="461"/>
        </pc:sldMkLst>
        <pc:spChg chg="mod">
          <ac:chgData name="Andy Lee" userId="63a3feea-a7f2-4c02-9802-2b3d60b0a5d5" providerId="ADAL" clId="{58E08537-03B1-453D-94D0-6F587615786F}" dt="2021-05-16T12:31:31.936" v="20" actId="403"/>
          <ac:spMkLst>
            <pc:docMk/>
            <pc:sldMk cId="2733991637" sldId="461"/>
            <ac:spMk id="10" creationId="{862D11ED-6F6E-47DD-A8F5-F80B9F0DE8E8}"/>
          </ac:spMkLst>
        </pc:spChg>
        <pc:spChg chg="mod">
          <ac:chgData name="Andy Lee" userId="63a3feea-a7f2-4c02-9802-2b3d60b0a5d5" providerId="ADAL" clId="{58E08537-03B1-453D-94D0-6F587615786F}" dt="2021-05-16T12:31:36.773" v="24" actId="404"/>
          <ac:spMkLst>
            <pc:docMk/>
            <pc:sldMk cId="2733991637" sldId="461"/>
            <ac:spMk id="11" creationId="{4DFD3AD0-ED1C-4EBC-A6BC-E1B7008BB3B2}"/>
          </ac:spMkLst>
        </pc:spChg>
        <pc:spChg chg="mod">
          <ac:chgData name="Andy Lee" userId="63a3feea-a7f2-4c02-9802-2b3d60b0a5d5" providerId="ADAL" clId="{58E08537-03B1-453D-94D0-6F587615786F}" dt="2021-05-16T12:31:43.973" v="27" actId="1076"/>
          <ac:spMkLst>
            <pc:docMk/>
            <pc:sldMk cId="2733991637" sldId="461"/>
            <ac:spMk id="12" creationId="{82C880A3-5E0F-43BD-859D-31E1E1D85A2B}"/>
          </ac:spMkLst>
        </pc:spChg>
      </pc:sldChg>
      <pc:sldChg chg="addSp delSp modSp add mod">
        <pc:chgData name="Andy Lee" userId="63a3feea-a7f2-4c02-9802-2b3d60b0a5d5" providerId="ADAL" clId="{58E08537-03B1-453D-94D0-6F587615786F}" dt="2021-05-16T12:29:13.159" v="17" actId="14100"/>
        <pc:sldMkLst>
          <pc:docMk/>
          <pc:sldMk cId="2825234330" sldId="466"/>
        </pc:sldMkLst>
        <pc:spChg chg="del">
          <ac:chgData name="Andy Lee" userId="63a3feea-a7f2-4c02-9802-2b3d60b0a5d5" providerId="ADAL" clId="{58E08537-03B1-453D-94D0-6F587615786F}" dt="2021-05-16T12:28:25.950" v="5" actId="478"/>
          <ac:spMkLst>
            <pc:docMk/>
            <pc:sldMk cId="2825234330" sldId="466"/>
            <ac:spMk id="2" creationId="{00000000-0000-0000-0000-000000000000}"/>
          </ac:spMkLst>
        </pc:spChg>
        <pc:spChg chg="add del mod">
          <ac:chgData name="Andy Lee" userId="63a3feea-a7f2-4c02-9802-2b3d60b0a5d5" providerId="ADAL" clId="{58E08537-03B1-453D-94D0-6F587615786F}" dt="2021-05-16T12:28:28.662" v="6" actId="478"/>
          <ac:spMkLst>
            <pc:docMk/>
            <pc:sldMk cId="2825234330" sldId="466"/>
            <ac:spMk id="5" creationId="{CA77A5B7-113B-41B8-90D6-3701044BC02E}"/>
          </ac:spMkLst>
        </pc:spChg>
        <pc:picChg chg="del">
          <ac:chgData name="Andy Lee" userId="63a3feea-a7f2-4c02-9802-2b3d60b0a5d5" providerId="ADAL" clId="{58E08537-03B1-453D-94D0-6F587615786F}" dt="2021-05-16T12:28:18.178" v="1" actId="478"/>
          <ac:picMkLst>
            <pc:docMk/>
            <pc:sldMk cId="2825234330" sldId="466"/>
            <ac:picMk id="8" creationId="{EC41DECF-AD72-4E2A-B80B-1772C0BF2682}"/>
          </ac:picMkLst>
        </pc:picChg>
        <pc:picChg chg="add mod">
          <ac:chgData name="Andy Lee" userId="63a3feea-a7f2-4c02-9802-2b3d60b0a5d5" providerId="ADAL" clId="{58E08537-03B1-453D-94D0-6F587615786F}" dt="2021-05-16T12:29:13.159" v="17" actId="14100"/>
          <ac:picMkLst>
            <pc:docMk/>
            <pc:sldMk cId="2825234330" sldId="466"/>
            <ac:picMk id="1026" creationId="{35A63225-CFFC-4F43-9B42-0A47ADB12E43}"/>
          </ac:picMkLst>
        </pc:picChg>
      </pc:sldChg>
    </pc:docChg>
  </pc:docChgLst>
  <pc:docChgLst>
    <pc:chgData name="Calvin Dong" userId="S::13227638@student.uts.edu.au::9d41dabe-7d85-4d82-90c2-674f0e298f62" providerId="AD" clId="Web-{650DDEA8-7EB4-45AC-9C77-9F24944255C2}"/>
    <pc:docChg chg="delSld modSld">
      <pc:chgData name="Calvin Dong" userId="S::13227638@student.uts.edu.au::9d41dabe-7d85-4d82-90c2-674f0e298f62" providerId="AD" clId="Web-{650DDEA8-7EB4-45AC-9C77-9F24944255C2}" dt="2021-05-16T12:22:48.396" v="487" actId="20577"/>
      <pc:docMkLst>
        <pc:docMk/>
      </pc:docMkLst>
      <pc:sldChg chg="addSp delSp modSp">
        <pc:chgData name="Calvin Dong" userId="S::13227638@student.uts.edu.au::9d41dabe-7d85-4d82-90c2-674f0e298f62" providerId="AD" clId="Web-{650DDEA8-7EB4-45AC-9C77-9F24944255C2}" dt="2021-05-16T12:22:48.396" v="487" actId="20577"/>
        <pc:sldMkLst>
          <pc:docMk/>
          <pc:sldMk cId="2733991637" sldId="461"/>
        </pc:sldMkLst>
        <pc:spChg chg="mod">
          <ac:chgData name="Calvin Dong" userId="S::13227638@student.uts.edu.au::9d41dabe-7d85-4d82-90c2-674f0e298f62" providerId="AD" clId="Web-{650DDEA8-7EB4-45AC-9C77-9F24944255C2}" dt="2021-05-16T12:03:19.992" v="357" actId="14100"/>
          <ac:spMkLst>
            <pc:docMk/>
            <pc:sldMk cId="2733991637" sldId="461"/>
            <ac:spMk id="2" creationId="{C408D240-FA98-4B27-A887-AA5EBD73E294}"/>
          </ac:spMkLst>
        </pc:spChg>
        <pc:spChg chg="del mod">
          <ac:chgData name="Calvin Dong" userId="S::13227638@student.uts.edu.au::9d41dabe-7d85-4d82-90c2-674f0e298f62" providerId="AD" clId="Web-{650DDEA8-7EB4-45AC-9C77-9F24944255C2}" dt="2021-05-16T12:06:37.438" v="431"/>
          <ac:spMkLst>
            <pc:docMk/>
            <pc:sldMk cId="2733991637" sldId="461"/>
            <ac:spMk id="3" creationId="{DBD11AA7-63F2-49D3-960D-8EF6D8920007}"/>
          </ac:spMkLst>
        </pc:spChg>
        <pc:spChg chg="add mod">
          <ac:chgData name="Calvin Dong" userId="S::13227638@student.uts.edu.au::9d41dabe-7d85-4d82-90c2-674f0e298f62" providerId="AD" clId="Web-{650DDEA8-7EB4-45AC-9C77-9F24944255C2}" dt="2021-05-16T12:06:52.829" v="433" actId="1076"/>
          <ac:spMkLst>
            <pc:docMk/>
            <pc:sldMk cId="2733991637" sldId="461"/>
            <ac:spMk id="6" creationId="{416209BA-7619-49D2-8E7B-23BAE76790A4}"/>
          </ac:spMkLst>
        </pc:spChg>
        <pc:spChg chg="add mod">
          <ac:chgData name="Calvin Dong" userId="S::13227638@student.uts.edu.au::9d41dabe-7d85-4d82-90c2-674f0e298f62" providerId="AD" clId="Web-{650DDEA8-7EB4-45AC-9C77-9F24944255C2}" dt="2021-05-16T12:06:52.844" v="434" actId="1076"/>
          <ac:spMkLst>
            <pc:docMk/>
            <pc:sldMk cId="2733991637" sldId="461"/>
            <ac:spMk id="7" creationId="{EF29EAB9-4FC1-4E84-B704-83E78D932838}"/>
          </ac:spMkLst>
        </pc:spChg>
        <pc:spChg chg="add mod">
          <ac:chgData name="Calvin Dong" userId="S::13227638@student.uts.edu.au::9d41dabe-7d85-4d82-90c2-674f0e298f62" providerId="AD" clId="Web-{650DDEA8-7EB4-45AC-9C77-9F24944255C2}" dt="2021-05-16T12:06:52.844" v="435" actId="1076"/>
          <ac:spMkLst>
            <pc:docMk/>
            <pc:sldMk cId="2733991637" sldId="461"/>
            <ac:spMk id="8" creationId="{94967E0F-8E9F-4D13-B0C7-8F861B067C8E}"/>
          </ac:spMkLst>
        </pc:spChg>
        <pc:spChg chg="add mod">
          <ac:chgData name="Calvin Dong" userId="S::13227638@student.uts.edu.au::9d41dabe-7d85-4d82-90c2-674f0e298f62" providerId="AD" clId="Web-{650DDEA8-7EB4-45AC-9C77-9F24944255C2}" dt="2021-05-16T12:06:52.860" v="436" actId="1076"/>
          <ac:spMkLst>
            <pc:docMk/>
            <pc:sldMk cId="2733991637" sldId="461"/>
            <ac:spMk id="9" creationId="{531AA9C4-B475-4714-9965-C937435A38EA}"/>
          </ac:spMkLst>
        </pc:spChg>
        <pc:spChg chg="add mod">
          <ac:chgData name="Calvin Dong" userId="S::13227638@student.uts.edu.au::9d41dabe-7d85-4d82-90c2-674f0e298f62" providerId="AD" clId="Web-{650DDEA8-7EB4-45AC-9C77-9F24944255C2}" dt="2021-05-16T12:19:17.486" v="472" actId="20577"/>
          <ac:spMkLst>
            <pc:docMk/>
            <pc:sldMk cId="2733991637" sldId="461"/>
            <ac:spMk id="10" creationId="{862D11ED-6F6E-47DD-A8F5-F80B9F0DE8E8}"/>
          </ac:spMkLst>
        </pc:spChg>
        <pc:spChg chg="add mod">
          <ac:chgData name="Calvin Dong" userId="S::13227638@student.uts.edu.au::9d41dabe-7d85-4d82-90c2-674f0e298f62" providerId="AD" clId="Web-{650DDEA8-7EB4-45AC-9C77-9F24944255C2}" dt="2021-05-16T12:22:33.052" v="479" actId="20577"/>
          <ac:spMkLst>
            <pc:docMk/>
            <pc:sldMk cId="2733991637" sldId="461"/>
            <ac:spMk id="11" creationId="{4DFD3AD0-ED1C-4EBC-A6BC-E1B7008BB3B2}"/>
          </ac:spMkLst>
        </pc:spChg>
        <pc:spChg chg="add mod">
          <ac:chgData name="Calvin Dong" userId="S::13227638@student.uts.edu.au::9d41dabe-7d85-4d82-90c2-674f0e298f62" providerId="AD" clId="Web-{650DDEA8-7EB4-45AC-9C77-9F24944255C2}" dt="2021-05-16T12:22:48.396" v="487" actId="20577"/>
          <ac:spMkLst>
            <pc:docMk/>
            <pc:sldMk cId="2733991637" sldId="461"/>
            <ac:spMk id="12" creationId="{82C880A3-5E0F-43BD-859D-31E1E1D85A2B}"/>
          </ac:spMkLst>
        </pc:spChg>
        <pc:spChg chg="add mod">
          <ac:chgData name="Calvin Dong" userId="S::13227638@student.uts.edu.au::9d41dabe-7d85-4d82-90c2-674f0e298f62" providerId="AD" clId="Web-{650DDEA8-7EB4-45AC-9C77-9F24944255C2}" dt="2021-05-16T12:06:45.407" v="432" actId="1076"/>
          <ac:spMkLst>
            <pc:docMk/>
            <pc:sldMk cId="2733991637" sldId="461"/>
            <ac:spMk id="14" creationId="{0FF0C2BF-FDC2-4AA6-9AC1-D7C3B7A2D681}"/>
          </ac:spMkLst>
        </pc:spChg>
        <pc:cxnChg chg="add del mod">
          <ac:chgData name="Calvin Dong" userId="S::13227638@student.uts.edu.au::9d41dabe-7d85-4d82-90c2-674f0e298f62" providerId="AD" clId="Web-{650DDEA8-7EB4-45AC-9C77-9F24944255C2}" dt="2021-05-16T12:03:13.820" v="352"/>
          <ac:cxnSpMkLst>
            <pc:docMk/>
            <pc:sldMk cId="2733991637" sldId="461"/>
            <ac:cxnSpMk id="4" creationId="{00C62C9C-1C2F-4C2D-A040-CD41DF306503}"/>
          </ac:cxnSpMkLst>
        </pc:cxnChg>
        <pc:cxnChg chg="add del mod">
          <ac:chgData name="Calvin Dong" userId="S::13227638@student.uts.edu.au::9d41dabe-7d85-4d82-90c2-674f0e298f62" providerId="AD" clId="Web-{650DDEA8-7EB4-45AC-9C77-9F24944255C2}" dt="2021-05-16T12:03:45.836" v="361"/>
          <ac:cxnSpMkLst>
            <pc:docMk/>
            <pc:sldMk cId="2733991637" sldId="461"/>
            <ac:cxnSpMk id="5" creationId="{6BA3E49B-A085-43B0-82B7-3AFF7B1B5A13}"/>
          </ac:cxnSpMkLst>
        </pc:cxnChg>
      </pc:sldChg>
      <pc:sldChg chg="del">
        <pc:chgData name="Calvin Dong" userId="S::13227638@student.uts.edu.au::9d41dabe-7d85-4d82-90c2-674f0e298f62" providerId="AD" clId="Web-{650DDEA8-7EB4-45AC-9C77-9F24944255C2}" dt="2021-05-16T11:59:21.518" v="313"/>
        <pc:sldMkLst>
          <pc:docMk/>
          <pc:sldMk cId="350401100" sldId="462"/>
        </pc:sldMkLst>
      </pc:sldChg>
      <pc:sldChg chg="del">
        <pc:chgData name="Calvin Dong" userId="S::13227638@student.uts.edu.au::9d41dabe-7d85-4d82-90c2-674f0e298f62" providerId="AD" clId="Web-{650DDEA8-7EB4-45AC-9C77-9F24944255C2}" dt="2021-05-16T11:59:17.971" v="312"/>
        <pc:sldMkLst>
          <pc:docMk/>
          <pc:sldMk cId="431394524" sldId="463"/>
        </pc:sldMkLst>
      </pc:sldChg>
      <pc:sldChg chg="modSp">
        <pc:chgData name="Calvin Dong" userId="S::13227638@student.uts.edu.au::9d41dabe-7d85-4d82-90c2-674f0e298f62" providerId="AD" clId="Web-{650DDEA8-7EB4-45AC-9C77-9F24944255C2}" dt="2021-05-16T12:11:11.005" v="453" actId="20577"/>
        <pc:sldMkLst>
          <pc:docMk/>
          <pc:sldMk cId="4024191159" sldId="464"/>
        </pc:sldMkLst>
        <pc:spChg chg="mod">
          <ac:chgData name="Calvin Dong" userId="S::13227638@student.uts.edu.au::9d41dabe-7d85-4d82-90c2-674f0e298f62" providerId="AD" clId="Web-{650DDEA8-7EB4-45AC-9C77-9F24944255C2}" dt="2021-05-16T12:11:11.005" v="453" actId="20577"/>
          <ac:spMkLst>
            <pc:docMk/>
            <pc:sldMk cId="4024191159" sldId="464"/>
            <ac:spMk id="3" creationId="{DBD11AA7-63F2-49D3-960D-8EF6D8920007}"/>
          </ac:spMkLst>
        </pc:spChg>
      </pc:sldChg>
    </pc:docChg>
  </pc:docChgLst>
  <pc:docChgLst>
    <pc:chgData name="Kelvin Luong" userId="S::13035946@student.uts.edu.au::a988d8e1-2ad3-4bc2-ae28-57733cf2a05a" providerId="AD" clId="Web-{C82BFCEA-E956-448A-84BB-AA17321176CB}"/>
    <pc:docChg chg="addSld delSld modSld">
      <pc:chgData name="Kelvin Luong" userId="S::13035946@student.uts.edu.au::a988d8e1-2ad3-4bc2-ae28-57733cf2a05a" providerId="AD" clId="Web-{C82BFCEA-E956-448A-84BB-AA17321176CB}" dt="2021-05-16T11:38:59.370" v="92" actId="20577"/>
      <pc:docMkLst>
        <pc:docMk/>
      </pc:docMkLst>
      <pc:sldChg chg="modSp add del">
        <pc:chgData name="Kelvin Luong" userId="S::13035946@student.uts.edu.au::a988d8e1-2ad3-4bc2-ae28-57733cf2a05a" providerId="AD" clId="Web-{C82BFCEA-E956-448A-84BB-AA17321176CB}" dt="2021-05-16T11:38:59.370" v="92" actId="20577"/>
        <pc:sldMkLst>
          <pc:docMk/>
          <pc:sldMk cId="4095176721" sldId="443"/>
        </pc:sldMkLst>
        <pc:spChg chg="mod">
          <ac:chgData name="Kelvin Luong" userId="S::13035946@student.uts.edu.au::a988d8e1-2ad3-4bc2-ae28-57733cf2a05a" providerId="AD" clId="Web-{C82BFCEA-E956-448A-84BB-AA17321176CB}" dt="2021-05-16T11:38:59.370" v="92" actId="20577"/>
          <ac:spMkLst>
            <pc:docMk/>
            <pc:sldMk cId="4095176721" sldId="443"/>
            <ac:spMk id="2" creationId="{00000000-0000-0000-0000-000000000000}"/>
          </ac:spMkLst>
        </pc:spChg>
        <pc:spChg chg="mod">
          <ac:chgData name="Kelvin Luong" userId="S::13035946@student.uts.edu.au::a988d8e1-2ad3-4bc2-ae28-57733cf2a05a" providerId="AD" clId="Web-{C82BFCEA-E956-448A-84BB-AA17321176CB}" dt="2021-05-16T11:38:18.791" v="88" actId="14100"/>
          <ac:spMkLst>
            <pc:docMk/>
            <pc:sldMk cId="4095176721" sldId="443"/>
            <ac:spMk id="3" creationId="{E270589A-6706-5144-BCD3-12E2CD443333}"/>
          </ac:spMkLst>
        </pc:spChg>
      </pc:sldChg>
    </pc:docChg>
  </pc:docChgLst>
  <pc:docChgLst>
    <pc:chgData name="Calvin Dong" userId="S::13227638@student.uts.edu.au::9d41dabe-7d85-4d82-90c2-674f0e298f62" providerId="AD" clId="Web-{FFE923E4-A6B8-40DE-BACA-BAE7C5C45D49}"/>
    <pc:docChg chg="modSld">
      <pc:chgData name="Calvin Dong" userId="S::13227638@student.uts.edu.au::9d41dabe-7d85-4d82-90c2-674f0e298f62" providerId="AD" clId="Web-{FFE923E4-A6B8-40DE-BACA-BAE7C5C45D49}" dt="2021-05-16T12:30:16.821" v="154" actId="1076"/>
      <pc:docMkLst>
        <pc:docMk/>
      </pc:docMkLst>
      <pc:sldChg chg="addSp delSp modSp">
        <pc:chgData name="Calvin Dong" userId="S::13227638@student.uts.edu.au::9d41dabe-7d85-4d82-90c2-674f0e298f62" providerId="AD" clId="Web-{FFE923E4-A6B8-40DE-BACA-BAE7C5C45D49}" dt="2021-05-16T12:30:16.821" v="154" actId="1076"/>
        <pc:sldMkLst>
          <pc:docMk/>
          <pc:sldMk cId="2733991637" sldId="461"/>
        </pc:sldMkLst>
        <pc:spChg chg="add del mod">
          <ac:chgData name="Calvin Dong" userId="S::13227638@student.uts.edu.au::9d41dabe-7d85-4d82-90c2-674f0e298f62" providerId="AD" clId="Web-{FFE923E4-A6B8-40DE-BACA-BAE7C5C45D49}" dt="2021-05-16T12:29:11.320" v="115"/>
          <ac:spMkLst>
            <pc:docMk/>
            <pc:sldMk cId="2733991637" sldId="461"/>
            <ac:spMk id="3" creationId="{6FD88353-19FF-4DD3-AB47-47438A348218}"/>
          </ac:spMkLst>
        </pc:spChg>
        <pc:spChg chg="mod">
          <ac:chgData name="Calvin Dong" userId="S::13227638@student.uts.edu.au::9d41dabe-7d85-4d82-90c2-674f0e298f62" providerId="AD" clId="Web-{FFE923E4-A6B8-40DE-BACA-BAE7C5C45D49}" dt="2021-05-16T12:26:34.739" v="53" actId="1076"/>
          <ac:spMkLst>
            <pc:docMk/>
            <pc:sldMk cId="2733991637" sldId="461"/>
            <ac:spMk id="10" creationId="{862D11ED-6F6E-47DD-A8F5-F80B9F0DE8E8}"/>
          </ac:spMkLst>
        </pc:spChg>
        <pc:spChg chg="mod">
          <ac:chgData name="Calvin Dong" userId="S::13227638@student.uts.edu.au::9d41dabe-7d85-4d82-90c2-674f0e298f62" providerId="AD" clId="Web-{FFE923E4-A6B8-40DE-BACA-BAE7C5C45D49}" dt="2021-05-16T12:30:16.821" v="154" actId="1076"/>
          <ac:spMkLst>
            <pc:docMk/>
            <pc:sldMk cId="2733991637" sldId="461"/>
            <ac:spMk id="11" creationId="{4DFD3AD0-ED1C-4EBC-A6BC-E1B7008BB3B2}"/>
          </ac:spMkLst>
        </pc:spChg>
        <pc:spChg chg="mod">
          <ac:chgData name="Calvin Dong" userId="S::13227638@student.uts.edu.au::9d41dabe-7d85-4d82-90c2-674f0e298f62" providerId="AD" clId="Web-{FFE923E4-A6B8-40DE-BACA-BAE7C5C45D49}" dt="2021-05-16T12:26:38.239" v="54" actId="1076"/>
          <ac:spMkLst>
            <pc:docMk/>
            <pc:sldMk cId="2733991637" sldId="461"/>
            <ac:spMk id="12" creationId="{82C880A3-5E0F-43BD-859D-31E1E1D85A2B}"/>
          </ac:spMkLst>
        </pc:spChg>
      </pc:sldChg>
      <pc:sldChg chg="modSp">
        <pc:chgData name="Calvin Dong" userId="S::13227638@student.uts.edu.au::9d41dabe-7d85-4d82-90c2-674f0e298f62" providerId="AD" clId="Web-{FFE923E4-A6B8-40DE-BACA-BAE7C5C45D49}" dt="2021-05-16T12:27:06.005" v="63" actId="20577"/>
        <pc:sldMkLst>
          <pc:docMk/>
          <pc:sldMk cId="4024191159" sldId="464"/>
        </pc:sldMkLst>
        <pc:spChg chg="mod">
          <ac:chgData name="Calvin Dong" userId="S::13227638@student.uts.edu.au::9d41dabe-7d85-4d82-90c2-674f0e298f62" providerId="AD" clId="Web-{FFE923E4-A6B8-40DE-BACA-BAE7C5C45D49}" dt="2021-05-16T12:27:06.005" v="63" actId="20577"/>
          <ac:spMkLst>
            <pc:docMk/>
            <pc:sldMk cId="4024191159" sldId="464"/>
            <ac:spMk id="2" creationId="{C408D240-FA98-4B27-A887-AA5EBD73E294}"/>
          </ac:spMkLst>
        </pc:spChg>
      </pc:sldChg>
    </pc:docChg>
  </pc:docChgLst>
  <pc:docChgLst>
    <pc:chgData clId="Web-{DB055C1E-106E-421D-A587-0CE22571FB79}"/>
    <pc:docChg chg="modSld">
      <pc:chgData name="" userId="" providerId="" clId="Web-{DB055C1E-106E-421D-A587-0CE22571FB79}" dt="2021-05-16T11:28:58.234" v="1" actId="20577"/>
      <pc:docMkLst>
        <pc:docMk/>
      </pc:docMkLst>
      <pc:sldChg chg="modSp">
        <pc:chgData name="" userId="" providerId="" clId="Web-{DB055C1E-106E-421D-A587-0CE22571FB79}" dt="2021-05-16T11:28:58.234" v="1" actId="20577"/>
        <pc:sldMkLst>
          <pc:docMk/>
          <pc:sldMk cId="4095176721" sldId="443"/>
        </pc:sldMkLst>
        <pc:spChg chg="mod">
          <ac:chgData name="" userId="" providerId="" clId="Web-{DB055C1E-106E-421D-A587-0CE22571FB79}" dt="2021-05-16T11:28:58.234" v="1" actId="20577"/>
          <ac:spMkLst>
            <pc:docMk/>
            <pc:sldMk cId="4095176721" sldId="443"/>
            <ac:spMk id="3" creationId="{E270589A-6706-5144-BCD3-12E2CD443333}"/>
          </ac:spMkLst>
        </pc:spChg>
      </pc:sldChg>
    </pc:docChg>
  </pc:docChgLst>
  <pc:docChgLst>
    <pc:chgData name="Lakshya Sharma" userId="S::13229911@student.uts.edu.au::dd1355ad-2a6f-4b34-bcee-22cba21a074b" providerId="AD" clId="Web-{31AC3B95-0A3C-4E6A-BDB3-ED3C4F7B5CF4}"/>
    <pc:docChg chg="addSld delSld modSld">
      <pc:chgData name="Lakshya Sharma" userId="S::13229911@student.uts.edu.au::dd1355ad-2a6f-4b34-bcee-22cba21a074b" providerId="AD" clId="Web-{31AC3B95-0A3C-4E6A-BDB3-ED3C4F7B5CF4}" dt="2021-05-16T11:49:03.482" v="796" actId="20577"/>
      <pc:docMkLst>
        <pc:docMk/>
      </pc:docMkLst>
      <pc:sldChg chg="modSp add del">
        <pc:chgData name="Lakshya Sharma" userId="S::13229911@student.uts.edu.au::dd1355ad-2a6f-4b34-bcee-22cba21a074b" providerId="AD" clId="Web-{31AC3B95-0A3C-4E6A-BDB3-ED3C4F7B5CF4}" dt="2021-05-16T11:42:23.314" v="682"/>
        <pc:sldMkLst>
          <pc:docMk/>
          <pc:sldMk cId="4133578463" sldId="434"/>
        </pc:sldMkLst>
        <pc:spChg chg="mod">
          <ac:chgData name="Lakshya Sharma" userId="S::13229911@student.uts.edu.au::dd1355ad-2a6f-4b34-bcee-22cba21a074b" providerId="AD" clId="Web-{31AC3B95-0A3C-4E6A-BDB3-ED3C4F7B5CF4}" dt="2021-05-16T11:20:23.968" v="352" actId="20577"/>
          <ac:spMkLst>
            <pc:docMk/>
            <pc:sldMk cId="4133578463" sldId="434"/>
            <ac:spMk id="2" creationId="{00000000-0000-0000-0000-000000000000}"/>
          </ac:spMkLst>
        </pc:spChg>
        <pc:spChg chg="mod">
          <ac:chgData name="Lakshya Sharma" userId="S::13229911@student.uts.edu.au::dd1355ad-2a6f-4b34-bcee-22cba21a074b" providerId="AD" clId="Web-{31AC3B95-0A3C-4E6A-BDB3-ED3C4F7B5CF4}" dt="2021-05-16T11:21:16.750" v="373" actId="20577"/>
          <ac:spMkLst>
            <pc:docMk/>
            <pc:sldMk cId="4133578463" sldId="434"/>
            <ac:spMk id="4" creationId="{15893707-A1E9-5244-A734-93631D595068}"/>
          </ac:spMkLst>
        </pc:spChg>
      </pc:sldChg>
      <pc:sldChg chg="addSp modSp">
        <pc:chgData name="Lakshya Sharma" userId="S::13229911@student.uts.edu.au::dd1355ad-2a6f-4b34-bcee-22cba21a074b" providerId="AD" clId="Web-{31AC3B95-0A3C-4E6A-BDB3-ED3C4F7B5CF4}" dt="2021-05-16T11:06:08.418" v="136" actId="20577"/>
        <pc:sldMkLst>
          <pc:docMk/>
          <pc:sldMk cId="4108184696" sldId="435"/>
        </pc:sldMkLst>
        <pc:spChg chg="add mod">
          <ac:chgData name="Lakshya Sharma" userId="S::13229911@student.uts.edu.au::dd1355ad-2a6f-4b34-bcee-22cba21a074b" providerId="AD" clId="Web-{31AC3B95-0A3C-4E6A-BDB3-ED3C4F7B5CF4}" dt="2021-05-16T11:06:08.418" v="136" actId="20577"/>
          <ac:spMkLst>
            <pc:docMk/>
            <pc:sldMk cId="4108184696" sldId="435"/>
            <ac:spMk id="3" creationId="{F8F548B2-F0EF-4896-A522-CE1B544AA004}"/>
          </ac:spMkLst>
        </pc:spChg>
      </pc:sldChg>
      <pc:sldChg chg="modSp">
        <pc:chgData name="Lakshya Sharma" userId="S::13229911@student.uts.edu.au::dd1355ad-2a6f-4b34-bcee-22cba21a074b" providerId="AD" clId="Web-{31AC3B95-0A3C-4E6A-BDB3-ED3C4F7B5CF4}" dt="2021-05-16T11:38:50.887" v="460" actId="20577"/>
        <pc:sldMkLst>
          <pc:docMk/>
          <pc:sldMk cId="4095176721" sldId="443"/>
        </pc:sldMkLst>
        <pc:spChg chg="mod">
          <ac:chgData name="Lakshya Sharma" userId="S::13229911@student.uts.edu.au::dd1355ad-2a6f-4b34-bcee-22cba21a074b" providerId="AD" clId="Web-{31AC3B95-0A3C-4E6A-BDB3-ED3C4F7B5CF4}" dt="2021-05-16T11:38:50.887" v="460" actId="20577"/>
          <ac:spMkLst>
            <pc:docMk/>
            <pc:sldMk cId="4095176721" sldId="443"/>
            <ac:spMk id="2" creationId="{00000000-0000-0000-0000-000000000000}"/>
          </ac:spMkLst>
        </pc:spChg>
      </pc:sldChg>
      <pc:sldChg chg="modSp">
        <pc:chgData name="Lakshya Sharma" userId="S::13229911@student.uts.edu.au::dd1355ad-2a6f-4b34-bcee-22cba21a074b" providerId="AD" clId="Web-{31AC3B95-0A3C-4E6A-BDB3-ED3C4F7B5CF4}" dt="2021-05-16T11:26:25.336" v="458" actId="1076"/>
        <pc:sldMkLst>
          <pc:docMk/>
          <pc:sldMk cId="1966889161" sldId="445"/>
        </pc:sldMkLst>
        <pc:spChg chg="mod">
          <ac:chgData name="Lakshya Sharma" userId="S::13229911@student.uts.edu.au::dd1355ad-2a6f-4b34-bcee-22cba21a074b" providerId="AD" clId="Web-{31AC3B95-0A3C-4E6A-BDB3-ED3C4F7B5CF4}" dt="2021-05-16T11:26:25.336" v="458" actId="1076"/>
          <ac:spMkLst>
            <pc:docMk/>
            <pc:sldMk cId="1966889161" sldId="445"/>
            <ac:spMk id="2" creationId="{00000000-0000-0000-0000-000000000000}"/>
          </ac:spMkLst>
        </pc:spChg>
      </pc:sldChg>
      <pc:sldChg chg="modSp">
        <pc:chgData name="Lakshya Sharma" userId="S::13229911@student.uts.edu.au::dd1355ad-2a6f-4b34-bcee-22cba21a074b" providerId="AD" clId="Web-{31AC3B95-0A3C-4E6A-BDB3-ED3C4F7B5CF4}" dt="2021-05-16T11:03:58.146" v="2" actId="20577"/>
        <pc:sldMkLst>
          <pc:docMk/>
          <pc:sldMk cId="3844217041" sldId="449"/>
        </pc:sldMkLst>
        <pc:spChg chg="mod">
          <ac:chgData name="Lakshya Sharma" userId="S::13229911@student.uts.edu.au::dd1355ad-2a6f-4b34-bcee-22cba21a074b" providerId="AD" clId="Web-{31AC3B95-0A3C-4E6A-BDB3-ED3C4F7B5CF4}" dt="2021-05-16T11:03:58.146" v="2" actId="20577"/>
          <ac:spMkLst>
            <pc:docMk/>
            <pc:sldMk cId="3844217041" sldId="449"/>
            <ac:spMk id="3" creationId="{E270589A-6706-5144-BCD3-12E2CD443333}"/>
          </ac:spMkLst>
        </pc:spChg>
      </pc:sldChg>
      <pc:sldChg chg="addSp delSp modSp">
        <pc:chgData name="Lakshya Sharma" userId="S::13229911@student.uts.edu.au::dd1355ad-2a6f-4b34-bcee-22cba21a074b" providerId="AD" clId="Web-{31AC3B95-0A3C-4E6A-BDB3-ED3C4F7B5CF4}" dt="2021-05-16T11:47:20.620" v="749" actId="20577"/>
        <pc:sldMkLst>
          <pc:docMk/>
          <pc:sldMk cId="460939572" sldId="456"/>
        </pc:sldMkLst>
        <pc:spChg chg="mod">
          <ac:chgData name="Lakshya Sharma" userId="S::13229911@student.uts.edu.au::dd1355ad-2a6f-4b34-bcee-22cba21a074b" providerId="AD" clId="Web-{31AC3B95-0A3C-4E6A-BDB3-ED3C4F7B5CF4}" dt="2021-05-16T11:43:16.974" v="683" actId="20577"/>
          <ac:spMkLst>
            <pc:docMk/>
            <pc:sldMk cId="460939572" sldId="456"/>
            <ac:spMk id="2" creationId="{00000000-0000-0000-0000-000000000000}"/>
          </ac:spMkLst>
        </pc:spChg>
        <pc:spChg chg="del mod">
          <ac:chgData name="Lakshya Sharma" userId="S::13229911@student.uts.edu.au::dd1355ad-2a6f-4b34-bcee-22cba21a074b" providerId="AD" clId="Web-{31AC3B95-0A3C-4E6A-BDB3-ED3C4F7B5CF4}" dt="2021-05-16T11:16:32.046" v="294"/>
          <ac:spMkLst>
            <pc:docMk/>
            <pc:sldMk cId="460939572" sldId="456"/>
            <ac:spMk id="4" creationId="{15893707-A1E9-5244-A734-93631D595068}"/>
          </ac:spMkLst>
        </pc:spChg>
        <pc:spChg chg="add del mod">
          <ac:chgData name="Lakshya Sharma" userId="S::13229911@student.uts.edu.au::dd1355ad-2a6f-4b34-bcee-22cba21a074b" providerId="AD" clId="Web-{31AC3B95-0A3C-4E6A-BDB3-ED3C4F7B5CF4}" dt="2021-05-16T11:16:39.421" v="297"/>
          <ac:spMkLst>
            <pc:docMk/>
            <pc:sldMk cId="460939572" sldId="456"/>
            <ac:spMk id="6" creationId="{29170855-C1CF-4B02-856C-A897DF42A18E}"/>
          </ac:spMkLst>
        </pc:spChg>
        <pc:spChg chg="add mod">
          <ac:chgData name="Lakshya Sharma" userId="S::13229911@student.uts.edu.au::dd1355ad-2a6f-4b34-bcee-22cba21a074b" providerId="AD" clId="Web-{31AC3B95-0A3C-4E6A-BDB3-ED3C4F7B5CF4}" dt="2021-05-16T11:41:37.141" v="609" actId="1076"/>
          <ac:spMkLst>
            <pc:docMk/>
            <pc:sldMk cId="460939572" sldId="456"/>
            <ac:spMk id="9" creationId="{E1479308-8143-4D81-895A-E17CAC33B7C7}"/>
          </ac:spMkLst>
        </pc:spChg>
        <pc:spChg chg="add mod">
          <ac:chgData name="Lakshya Sharma" userId="S::13229911@student.uts.edu.au::dd1355ad-2a6f-4b34-bcee-22cba21a074b" providerId="AD" clId="Web-{31AC3B95-0A3C-4E6A-BDB3-ED3C4F7B5CF4}" dt="2021-05-16T11:21:54.532" v="388" actId="20577"/>
          <ac:spMkLst>
            <pc:docMk/>
            <pc:sldMk cId="460939572" sldId="456"/>
            <ac:spMk id="10" creationId="{CFED3D89-6BDA-4A32-85CB-88F660B87F0A}"/>
          </ac:spMkLst>
        </pc:spChg>
        <pc:spChg chg="add mod">
          <ac:chgData name="Lakshya Sharma" userId="S::13229911@student.uts.edu.au::dd1355ad-2a6f-4b34-bcee-22cba21a074b" providerId="AD" clId="Web-{31AC3B95-0A3C-4E6A-BDB3-ED3C4F7B5CF4}" dt="2021-05-16T11:22:21.721" v="396" actId="20577"/>
          <ac:spMkLst>
            <pc:docMk/>
            <pc:sldMk cId="460939572" sldId="456"/>
            <ac:spMk id="11" creationId="{6655EB88-9F71-4B18-83D5-D6486A20967C}"/>
          </ac:spMkLst>
        </pc:spChg>
        <pc:spChg chg="add del">
          <ac:chgData name="Lakshya Sharma" userId="S::13229911@student.uts.edu.au::dd1355ad-2a6f-4b34-bcee-22cba21a074b" providerId="AD" clId="Web-{31AC3B95-0A3C-4E6A-BDB3-ED3C4F7B5CF4}" dt="2021-05-16T11:47:06.901" v="736"/>
          <ac:spMkLst>
            <pc:docMk/>
            <pc:sldMk cId="460939572" sldId="456"/>
            <ac:spMk id="13" creationId="{5A6B7016-DDA9-487A-9A7D-1D4AA4C75CF2}"/>
          </ac:spMkLst>
        </pc:spChg>
        <pc:spChg chg="add mod">
          <ac:chgData name="Lakshya Sharma" userId="S::13229911@student.uts.edu.au::dd1355ad-2a6f-4b34-bcee-22cba21a074b" providerId="AD" clId="Web-{31AC3B95-0A3C-4E6A-BDB3-ED3C4F7B5CF4}" dt="2021-05-16T11:47:20.620" v="749" actId="20577"/>
          <ac:spMkLst>
            <pc:docMk/>
            <pc:sldMk cId="460939572" sldId="456"/>
            <ac:spMk id="15" creationId="{A028A537-C8FC-49DD-92FF-968A978C058C}"/>
          </ac:spMkLst>
        </pc:spChg>
        <pc:graphicFrameChg chg="mod modGraphic">
          <ac:chgData name="Lakshya Sharma" userId="S::13229911@student.uts.edu.au::dd1355ad-2a6f-4b34-bcee-22cba21a074b" providerId="AD" clId="Web-{31AC3B95-0A3C-4E6A-BDB3-ED3C4F7B5CF4}" dt="2021-05-16T11:41:27.500" v="607"/>
          <ac:graphicFrameMkLst>
            <pc:docMk/>
            <pc:sldMk cId="460939572" sldId="456"/>
            <ac:graphicFrameMk id="3" creationId="{8BAB4BE6-62B8-459F-A4CB-C1057BDFE1A8}"/>
          </ac:graphicFrameMkLst>
        </pc:graphicFrameChg>
        <pc:graphicFrameChg chg="add del mod modGraphic">
          <ac:chgData name="Lakshya Sharma" userId="S::13229911@student.uts.edu.au::dd1355ad-2a6f-4b34-bcee-22cba21a074b" providerId="AD" clId="Web-{31AC3B95-0A3C-4E6A-BDB3-ED3C4F7B5CF4}" dt="2021-05-16T11:08:33.501" v="176"/>
          <ac:graphicFrameMkLst>
            <pc:docMk/>
            <pc:sldMk cId="460939572" sldId="456"/>
            <ac:graphicFrameMk id="3" creationId="{FBA63563-6D70-45DE-AD2F-31E161B105BD}"/>
          </ac:graphicFrameMkLst>
        </pc:graphicFrameChg>
        <pc:graphicFrameChg chg="add del">
          <ac:chgData name="Lakshya Sharma" userId="S::13229911@student.uts.edu.au::dd1355ad-2a6f-4b34-bcee-22cba21a074b" providerId="AD" clId="Web-{31AC3B95-0A3C-4E6A-BDB3-ED3C4F7B5CF4}" dt="2021-05-16T11:07:23.388" v="165"/>
          <ac:graphicFrameMkLst>
            <pc:docMk/>
            <pc:sldMk cId="460939572" sldId="456"/>
            <ac:graphicFrameMk id="5" creationId="{97253F37-6928-4920-B5FB-FBF1856F5A9B}"/>
          </ac:graphicFrameMkLst>
        </pc:graphicFrameChg>
        <pc:graphicFrameChg chg="add mod modGraphic">
          <ac:chgData name="Lakshya Sharma" userId="S::13229911@student.uts.edu.au::dd1355ad-2a6f-4b34-bcee-22cba21a074b" providerId="AD" clId="Web-{31AC3B95-0A3C-4E6A-BDB3-ED3C4F7B5CF4}" dt="2021-05-16T11:41:32.359" v="608" actId="1076"/>
          <ac:graphicFrameMkLst>
            <pc:docMk/>
            <pc:sldMk cId="460939572" sldId="456"/>
            <ac:graphicFrameMk id="7" creationId="{51E91280-15D2-4B98-840A-4EC77CC5BACA}"/>
          </ac:graphicFrameMkLst>
        </pc:graphicFrameChg>
        <pc:graphicFrameChg chg="add del mod modGraphic">
          <ac:chgData name="Lakshya Sharma" userId="S::13229911@student.uts.edu.au::dd1355ad-2a6f-4b34-bcee-22cba21a074b" providerId="AD" clId="Web-{31AC3B95-0A3C-4E6A-BDB3-ED3C4F7B5CF4}" dt="2021-05-16T11:21:34.532" v="382"/>
          <ac:graphicFrameMkLst>
            <pc:docMk/>
            <pc:sldMk cId="460939572" sldId="456"/>
            <ac:graphicFrameMk id="8" creationId="{2653D6A6-6123-47A9-B353-520721249623}"/>
          </ac:graphicFrameMkLst>
        </pc:graphicFrameChg>
      </pc:sldChg>
      <pc:sldChg chg="modSp">
        <pc:chgData name="Lakshya Sharma" userId="S::13229911@student.uts.edu.au::dd1355ad-2a6f-4b34-bcee-22cba21a074b" providerId="AD" clId="Web-{31AC3B95-0A3C-4E6A-BDB3-ED3C4F7B5CF4}" dt="2021-05-16T11:46:13.572" v="733" actId="20577"/>
        <pc:sldMkLst>
          <pc:docMk/>
          <pc:sldMk cId="2364355109" sldId="457"/>
        </pc:sldMkLst>
        <pc:spChg chg="mod">
          <ac:chgData name="Lakshya Sharma" userId="S::13229911@student.uts.edu.au::dd1355ad-2a6f-4b34-bcee-22cba21a074b" providerId="AD" clId="Web-{31AC3B95-0A3C-4E6A-BDB3-ED3C4F7B5CF4}" dt="2021-05-16T11:46:13.572" v="733" actId="20577"/>
          <ac:spMkLst>
            <pc:docMk/>
            <pc:sldMk cId="2364355109" sldId="457"/>
            <ac:spMk id="3" creationId="{E270589A-6706-5144-BCD3-12E2CD443333}"/>
          </ac:spMkLst>
        </pc:spChg>
      </pc:sldChg>
      <pc:sldChg chg="modNotes">
        <pc:chgData name="Lakshya Sharma" userId="S::13229911@student.uts.edu.au::dd1355ad-2a6f-4b34-bcee-22cba21a074b" providerId="AD" clId="Web-{31AC3B95-0A3C-4E6A-BDB3-ED3C4F7B5CF4}" dt="2021-05-16T11:46:17.525" v="734"/>
        <pc:sldMkLst>
          <pc:docMk/>
          <pc:sldMk cId="2247374110" sldId="458"/>
        </pc:sldMkLst>
      </pc:sldChg>
      <pc:sldChg chg="addSp delSp modSp">
        <pc:chgData name="Lakshya Sharma" userId="S::13229911@student.uts.edu.au::dd1355ad-2a6f-4b34-bcee-22cba21a074b" providerId="AD" clId="Web-{31AC3B95-0A3C-4E6A-BDB3-ED3C4F7B5CF4}" dt="2021-05-16T11:47:41.418" v="756" actId="1076"/>
        <pc:sldMkLst>
          <pc:docMk/>
          <pc:sldMk cId="2733991637" sldId="461"/>
        </pc:sldMkLst>
        <pc:spChg chg="mod">
          <ac:chgData name="Lakshya Sharma" userId="S::13229911@student.uts.edu.au::dd1355ad-2a6f-4b34-bcee-22cba21a074b" providerId="AD" clId="Web-{31AC3B95-0A3C-4E6A-BDB3-ED3C4F7B5CF4}" dt="2021-05-16T11:47:39.605" v="755" actId="20577"/>
          <ac:spMkLst>
            <pc:docMk/>
            <pc:sldMk cId="2733991637" sldId="461"/>
            <ac:spMk id="2" creationId="{C408D240-FA98-4B27-A887-AA5EBD73E294}"/>
          </ac:spMkLst>
        </pc:spChg>
        <pc:spChg chg="mod">
          <ac:chgData name="Lakshya Sharma" userId="S::13229911@student.uts.edu.au::dd1355ad-2a6f-4b34-bcee-22cba21a074b" providerId="AD" clId="Web-{31AC3B95-0A3C-4E6A-BDB3-ED3C4F7B5CF4}" dt="2021-05-16T11:47:41.418" v="756" actId="1076"/>
          <ac:spMkLst>
            <pc:docMk/>
            <pc:sldMk cId="2733991637" sldId="461"/>
            <ac:spMk id="3" creationId="{DBD11AA7-63F2-49D3-960D-8EF6D8920007}"/>
          </ac:spMkLst>
        </pc:spChg>
        <pc:spChg chg="add del">
          <ac:chgData name="Lakshya Sharma" userId="S::13229911@student.uts.edu.au::dd1355ad-2a6f-4b34-bcee-22cba21a074b" providerId="AD" clId="Web-{31AC3B95-0A3C-4E6A-BDB3-ED3C4F7B5CF4}" dt="2021-05-16T11:10:47.583" v="220"/>
          <ac:spMkLst>
            <pc:docMk/>
            <pc:sldMk cId="2733991637" sldId="461"/>
            <ac:spMk id="6" creationId="{35932D8C-208D-4B0B-9856-397FAE817A82}"/>
          </ac:spMkLst>
        </pc:spChg>
        <pc:graphicFrameChg chg="add mod modGraphic">
          <ac:chgData name="Lakshya Sharma" userId="S::13229911@student.uts.edu.au::dd1355ad-2a6f-4b34-bcee-22cba21a074b" providerId="AD" clId="Web-{31AC3B95-0A3C-4E6A-BDB3-ED3C4F7B5CF4}" dt="2021-05-16T11:15:34.482" v="292" actId="1076"/>
          <ac:graphicFrameMkLst>
            <pc:docMk/>
            <pc:sldMk cId="2733991637" sldId="461"/>
            <ac:graphicFrameMk id="4" creationId="{280F24E2-7975-4456-BCDC-036E74F5C009}"/>
          </ac:graphicFrameMkLst>
        </pc:graphicFrameChg>
      </pc:sldChg>
      <pc:sldChg chg="modSp">
        <pc:chgData name="Lakshya Sharma" userId="S::13229911@student.uts.edu.au::dd1355ad-2a6f-4b34-bcee-22cba21a074b" providerId="AD" clId="Web-{31AC3B95-0A3C-4E6A-BDB3-ED3C4F7B5CF4}" dt="2021-05-16T11:45:20.914" v="722" actId="1076"/>
        <pc:sldMkLst>
          <pc:docMk/>
          <pc:sldMk cId="350401100" sldId="462"/>
        </pc:sldMkLst>
        <pc:spChg chg="mod">
          <ac:chgData name="Lakshya Sharma" userId="S::13229911@student.uts.edu.au::dd1355ad-2a6f-4b34-bcee-22cba21a074b" providerId="AD" clId="Web-{31AC3B95-0A3C-4E6A-BDB3-ED3C4F7B5CF4}" dt="2021-05-16T11:45:17.383" v="721" actId="14100"/>
          <ac:spMkLst>
            <pc:docMk/>
            <pc:sldMk cId="350401100" sldId="462"/>
            <ac:spMk id="2" creationId="{C408D240-FA98-4B27-A887-AA5EBD73E294}"/>
          </ac:spMkLst>
        </pc:spChg>
        <pc:spChg chg="mod">
          <ac:chgData name="Lakshya Sharma" userId="S::13229911@student.uts.edu.au::dd1355ad-2a6f-4b34-bcee-22cba21a074b" providerId="AD" clId="Web-{31AC3B95-0A3C-4E6A-BDB3-ED3C4F7B5CF4}" dt="2021-05-16T11:45:20.914" v="722" actId="1076"/>
          <ac:spMkLst>
            <pc:docMk/>
            <pc:sldMk cId="350401100" sldId="462"/>
            <ac:spMk id="3" creationId="{DBD11AA7-63F2-49D3-960D-8EF6D8920007}"/>
          </ac:spMkLst>
        </pc:spChg>
      </pc:sldChg>
      <pc:sldChg chg="addSp delSp modSp">
        <pc:chgData name="Lakshya Sharma" userId="S::13229911@student.uts.edu.au::dd1355ad-2a6f-4b34-bcee-22cba21a074b" providerId="AD" clId="Web-{31AC3B95-0A3C-4E6A-BDB3-ED3C4F7B5CF4}" dt="2021-05-16T11:49:03.482" v="796" actId="20577"/>
        <pc:sldMkLst>
          <pc:docMk/>
          <pc:sldMk cId="431394524" sldId="463"/>
        </pc:sldMkLst>
        <pc:spChg chg="del mod">
          <ac:chgData name="Lakshya Sharma" userId="S::13229911@student.uts.edu.au::dd1355ad-2a6f-4b34-bcee-22cba21a074b" providerId="AD" clId="Web-{31AC3B95-0A3C-4E6A-BDB3-ED3C4F7B5CF4}" dt="2021-05-16T11:48:33.388" v="787"/>
          <ac:spMkLst>
            <pc:docMk/>
            <pc:sldMk cId="431394524" sldId="463"/>
            <ac:spMk id="2" creationId="{C408D240-FA98-4B27-A887-AA5EBD73E294}"/>
          </ac:spMkLst>
        </pc:spChg>
        <pc:spChg chg="mod">
          <ac:chgData name="Lakshya Sharma" userId="S::13229911@student.uts.edu.au::dd1355ad-2a6f-4b34-bcee-22cba21a074b" providerId="AD" clId="Web-{31AC3B95-0A3C-4E6A-BDB3-ED3C4F7B5CF4}" dt="2021-05-16T11:44:03.366" v="706" actId="1076"/>
          <ac:spMkLst>
            <pc:docMk/>
            <pc:sldMk cId="431394524" sldId="463"/>
            <ac:spMk id="3" creationId="{DBD11AA7-63F2-49D3-960D-8EF6D8920007}"/>
          </ac:spMkLst>
        </pc:spChg>
        <pc:spChg chg="add del mod">
          <ac:chgData name="Lakshya Sharma" userId="S::13229911@student.uts.edu.au::dd1355ad-2a6f-4b34-bcee-22cba21a074b" providerId="AD" clId="Web-{31AC3B95-0A3C-4E6A-BDB3-ED3C4F7B5CF4}" dt="2021-05-16T11:48:56.404" v="790"/>
          <ac:spMkLst>
            <pc:docMk/>
            <pc:sldMk cId="431394524" sldId="463"/>
            <ac:spMk id="5" creationId="{8A0F5FBB-C4B0-4D60-9C11-E0318ED3DCBB}"/>
          </ac:spMkLst>
        </pc:spChg>
        <pc:spChg chg="add mod">
          <ac:chgData name="Lakshya Sharma" userId="S::13229911@student.uts.edu.au::dd1355ad-2a6f-4b34-bcee-22cba21a074b" providerId="AD" clId="Web-{31AC3B95-0A3C-4E6A-BDB3-ED3C4F7B5CF4}" dt="2021-05-16T11:49:03.482" v="796" actId="20577"/>
          <ac:spMkLst>
            <pc:docMk/>
            <pc:sldMk cId="431394524" sldId="463"/>
            <ac:spMk id="7" creationId="{5AA66AB5-63FC-4E3F-8015-0065C9E8EABF}"/>
          </ac:spMkLst>
        </pc:spChg>
      </pc:sldChg>
      <pc:sldChg chg="addSp delSp modSp add replId">
        <pc:chgData name="Lakshya Sharma" userId="S::13229911@student.uts.edu.au::dd1355ad-2a6f-4b34-bcee-22cba21a074b" providerId="AD" clId="Web-{31AC3B95-0A3C-4E6A-BDB3-ED3C4F7B5CF4}" dt="2021-05-16T11:47:23.574" v="750" actId="20577"/>
        <pc:sldMkLst>
          <pc:docMk/>
          <pc:sldMk cId="750004985" sldId="465"/>
        </pc:sldMkLst>
        <pc:spChg chg="mod">
          <ac:chgData name="Lakshya Sharma" userId="S::13229911@student.uts.edu.au::dd1355ad-2a6f-4b34-bcee-22cba21a074b" providerId="AD" clId="Web-{31AC3B95-0A3C-4E6A-BDB3-ED3C4F7B5CF4}" dt="2021-05-16T11:47:23.574" v="750" actId="20577"/>
          <ac:spMkLst>
            <pc:docMk/>
            <pc:sldMk cId="750004985" sldId="465"/>
            <ac:spMk id="2" creationId="{00000000-0000-0000-0000-000000000000}"/>
          </ac:spMkLst>
        </pc:spChg>
        <pc:spChg chg="add mod">
          <ac:chgData name="Lakshya Sharma" userId="S::13229911@student.uts.edu.au::dd1355ad-2a6f-4b34-bcee-22cba21a074b" providerId="AD" clId="Web-{31AC3B95-0A3C-4E6A-BDB3-ED3C4F7B5CF4}" dt="2021-05-16T11:26:49.384" v="459" actId="1076"/>
          <ac:spMkLst>
            <pc:docMk/>
            <pc:sldMk cId="750004985" sldId="465"/>
            <ac:spMk id="4" creationId="{F0046817-77C1-48D0-AC85-2912111B48A5}"/>
          </ac:spMkLst>
        </pc:spChg>
        <pc:spChg chg="mod">
          <ac:chgData name="Lakshya Sharma" userId="S::13229911@student.uts.edu.au::dd1355ad-2a6f-4b34-bcee-22cba21a074b" providerId="AD" clId="Web-{31AC3B95-0A3C-4E6A-BDB3-ED3C4F7B5CF4}" dt="2021-05-16T11:23:00.675" v="412" actId="20577"/>
          <ac:spMkLst>
            <pc:docMk/>
            <pc:sldMk cId="750004985" sldId="465"/>
            <ac:spMk id="9" creationId="{E1479308-8143-4D81-895A-E17CAC33B7C7}"/>
          </ac:spMkLst>
        </pc:spChg>
        <pc:spChg chg="del mod">
          <ac:chgData name="Lakshya Sharma" userId="S::13229911@student.uts.edu.au::dd1355ad-2a6f-4b34-bcee-22cba21a074b" providerId="AD" clId="Web-{31AC3B95-0A3C-4E6A-BDB3-ED3C4F7B5CF4}" dt="2021-05-16T11:23:08.472" v="422"/>
          <ac:spMkLst>
            <pc:docMk/>
            <pc:sldMk cId="750004985" sldId="465"/>
            <ac:spMk id="10" creationId="{CFED3D89-6BDA-4A32-85CB-88F660B87F0A}"/>
          </ac:spMkLst>
        </pc:spChg>
        <pc:graphicFrameChg chg="del mod modGraphic">
          <ac:chgData name="Lakshya Sharma" userId="S::13229911@student.uts.edu.au::dd1355ad-2a6f-4b34-bcee-22cba21a074b" providerId="AD" clId="Web-{31AC3B95-0A3C-4E6A-BDB3-ED3C4F7B5CF4}" dt="2021-05-16T11:22:58.159" v="410"/>
          <ac:graphicFrameMkLst>
            <pc:docMk/>
            <pc:sldMk cId="750004985" sldId="465"/>
            <ac:graphicFrameMk id="3" creationId="{8BAB4BE6-62B8-459F-A4CB-C1057BDFE1A8}"/>
          </ac:graphicFrameMkLst>
        </pc:graphicFrameChg>
        <pc:graphicFrameChg chg="del">
          <ac:chgData name="Lakshya Sharma" userId="S::13229911@student.uts.edu.au::dd1355ad-2a6f-4b34-bcee-22cba21a074b" providerId="AD" clId="Web-{31AC3B95-0A3C-4E6A-BDB3-ED3C4F7B5CF4}" dt="2021-05-16T11:22:54.253" v="407"/>
          <ac:graphicFrameMkLst>
            <pc:docMk/>
            <pc:sldMk cId="750004985" sldId="465"/>
            <ac:graphicFrameMk id="7" creationId="{51E91280-15D2-4B98-840A-4EC77CC5BACA}"/>
          </ac:graphicFrameMkLst>
        </pc:graphicFrameChg>
        <pc:graphicFrameChg chg="mod modGraphic">
          <ac:chgData name="Lakshya Sharma" userId="S::13229911@student.uts.edu.au::dd1355ad-2a6f-4b34-bcee-22cba21a074b" providerId="AD" clId="Web-{31AC3B95-0A3C-4E6A-BDB3-ED3C4F7B5CF4}" dt="2021-05-16T11:42:18.283" v="681"/>
          <ac:graphicFrameMkLst>
            <pc:docMk/>
            <pc:sldMk cId="750004985" sldId="465"/>
            <ac:graphicFrameMk id="8" creationId="{2653D6A6-6123-47A9-B353-520721249623}"/>
          </ac:graphicFrameMkLst>
        </pc:graphicFrameChg>
      </pc:sldChg>
    </pc:docChg>
  </pc:docChgLst>
  <pc:docChgLst>
    <pc:chgData name="Kelvin Luong" userId="S::13035946@student.uts.edu.au::a988d8e1-2ad3-4bc2-ae28-57733cf2a05a" providerId="AD" clId="Web-{DB055C1E-106E-421D-A587-0CE22571FB79}"/>
    <pc:docChg chg="modSld">
      <pc:chgData name="Kelvin Luong" userId="S::13035946@student.uts.edu.au::a988d8e1-2ad3-4bc2-ae28-57733cf2a05a" providerId="AD" clId="Web-{DB055C1E-106E-421D-A587-0CE22571FB79}" dt="2021-05-16T11:29:57.798" v="2" actId="20577"/>
      <pc:docMkLst>
        <pc:docMk/>
      </pc:docMkLst>
      <pc:sldChg chg="modSp">
        <pc:chgData name="Kelvin Luong" userId="S::13035946@student.uts.edu.au::a988d8e1-2ad3-4bc2-ae28-57733cf2a05a" providerId="AD" clId="Web-{DB055C1E-106E-421D-A587-0CE22571FB79}" dt="2021-05-16T11:29:57.798" v="2" actId="20577"/>
        <pc:sldMkLst>
          <pc:docMk/>
          <pc:sldMk cId="4095176721" sldId="443"/>
        </pc:sldMkLst>
        <pc:spChg chg="mod">
          <ac:chgData name="Kelvin Luong" userId="S::13035946@student.uts.edu.au::a988d8e1-2ad3-4bc2-ae28-57733cf2a05a" providerId="AD" clId="Web-{DB055C1E-106E-421D-A587-0CE22571FB79}" dt="2021-05-16T11:29:57.798" v="2" actId="20577"/>
          <ac:spMkLst>
            <pc:docMk/>
            <pc:sldMk cId="4095176721" sldId="443"/>
            <ac:spMk id="3" creationId="{E270589A-6706-5144-BCD3-12E2CD443333}"/>
          </ac:spMkLst>
        </pc:spChg>
      </pc:sldChg>
    </pc:docChg>
  </pc:docChgLst>
  <pc:docChgLst>
    <pc:chgData name="Andrew Do" userId="1e1268fe-4783-4679-974c-3458a84f8e93" providerId="ADAL" clId="{91A12200-CAB4-414A-91B5-F5B3139EDC90}"/>
    <pc:docChg chg="custSel modSld">
      <pc:chgData name="Andrew Do" userId="1e1268fe-4783-4679-974c-3458a84f8e93" providerId="ADAL" clId="{91A12200-CAB4-414A-91B5-F5B3139EDC90}" dt="2021-05-16T11:03:02.432" v="78" actId="20577"/>
      <pc:docMkLst>
        <pc:docMk/>
      </pc:docMkLst>
      <pc:sldChg chg="modSp mod">
        <pc:chgData name="Andrew Do" userId="1e1268fe-4783-4679-974c-3458a84f8e93" providerId="ADAL" clId="{91A12200-CAB4-414A-91B5-F5B3139EDC90}" dt="2021-05-16T11:03:02.432" v="78" actId="20577"/>
        <pc:sldMkLst>
          <pc:docMk/>
          <pc:sldMk cId="3844217041" sldId="449"/>
        </pc:sldMkLst>
        <pc:spChg chg="mod">
          <ac:chgData name="Andrew Do" userId="1e1268fe-4783-4679-974c-3458a84f8e93" providerId="ADAL" clId="{91A12200-CAB4-414A-91B5-F5B3139EDC90}" dt="2021-05-16T11:03:02.432" v="78" actId="20577"/>
          <ac:spMkLst>
            <pc:docMk/>
            <pc:sldMk cId="3844217041" sldId="449"/>
            <ac:spMk id="3" creationId="{E270589A-6706-5144-BCD3-12E2CD443333}"/>
          </ac:spMkLst>
        </pc:spChg>
      </pc:sldChg>
      <pc:sldChg chg="addSp delSp modSp mod">
        <pc:chgData name="Andrew Do" userId="1e1268fe-4783-4679-974c-3458a84f8e93" providerId="ADAL" clId="{91A12200-CAB4-414A-91B5-F5B3139EDC90}" dt="2021-05-16T11:01:50.795" v="8" actId="732"/>
        <pc:sldMkLst>
          <pc:docMk/>
          <pc:sldMk cId="614676486" sldId="460"/>
        </pc:sldMkLst>
        <pc:picChg chg="del">
          <ac:chgData name="Andrew Do" userId="1e1268fe-4783-4679-974c-3458a84f8e93" providerId="ADAL" clId="{91A12200-CAB4-414A-91B5-F5B3139EDC90}" dt="2021-05-16T11:01:29.695" v="0" actId="478"/>
          <ac:picMkLst>
            <pc:docMk/>
            <pc:sldMk cId="614676486" sldId="460"/>
            <ac:picMk id="5" creationId="{0D779420-AA09-A040-B8FB-A70D19F4DDF7}"/>
          </ac:picMkLst>
        </pc:picChg>
        <pc:picChg chg="add mod modCrop">
          <ac:chgData name="Andrew Do" userId="1e1268fe-4783-4679-974c-3458a84f8e93" providerId="ADAL" clId="{91A12200-CAB4-414A-91B5-F5B3139EDC90}" dt="2021-05-16T11:01:50.795" v="8" actId="732"/>
          <ac:picMkLst>
            <pc:docMk/>
            <pc:sldMk cId="614676486" sldId="460"/>
            <ac:picMk id="6" creationId="{9407D9BB-6C1C-4825-BE48-07E4834FDAFB}"/>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Shape 3"/>
          <p:cNvSpPr txBox="1">
            <a:spLocks noGrp="1"/>
          </p:cNvSpPr>
          <p:nvPr>
            <p:ph type="hdr" idx="2"/>
          </p:nvPr>
        </p:nvSpPr>
        <p:spPr>
          <a:xfrm>
            <a:off x="0" y="0"/>
            <a:ext cx="2971800" cy="458788"/>
          </a:xfrm>
          <a:prstGeom prst="rect">
            <a:avLst/>
          </a:prstGeom>
          <a:noFill/>
          <a:ln>
            <a:noFill/>
          </a:ln>
        </p:spPr>
        <p:txBody>
          <a:bodyPr spcFirstLastPara="1" wrap="square" lIns="91425" tIns="91425" rIns="91425" bIns="91425" anchor="t" anchorCtr="0"/>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36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36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36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36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36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36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36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3600" b="0" i="0" u="none" strike="noStrike" cap="none">
                <a:solidFill>
                  <a:schemeClr val="dk1"/>
                </a:solidFill>
                <a:latin typeface="Calibri"/>
                <a:ea typeface="Calibri"/>
                <a:cs typeface="Calibri"/>
                <a:sym typeface="Calibri"/>
              </a:defRPr>
            </a:lvl9pPr>
          </a:lstStyle>
          <a:p>
            <a:endParaRPr/>
          </a:p>
        </p:txBody>
      </p:sp>
      <p:sp>
        <p:nvSpPr>
          <p:cNvPr id="4" name="Shape 4"/>
          <p:cNvSpPr txBox="1">
            <a:spLocks noGrp="1"/>
          </p:cNvSpPr>
          <p:nvPr>
            <p:ph type="dt" idx="10"/>
          </p:nvPr>
        </p:nvSpPr>
        <p:spPr>
          <a:xfrm>
            <a:off x="3884613" y="0"/>
            <a:ext cx="2971800" cy="458788"/>
          </a:xfrm>
          <a:prstGeom prst="rect">
            <a:avLst/>
          </a:prstGeom>
          <a:noFill/>
          <a:ln>
            <a:noFill/>
          </a:ln>
        </p:spPr>
        <p:txBody>
          <a:bodyPr spcFirstLastPara="1" wrap="square" lIns="91425" tIns="91425" rIns="91425" bIns="91425" anchor="t" anchorCtr="0"/>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36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36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36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36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36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36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36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3600" b="0" i="0" u="none" strike="noStrike" cap="none">
                <a:solidFill>
                  <a:schemeClr val="dk1"/>
                </a:solidFill>
                <a:latin typeface="Calibri"/>
                <a:ea typeface="Calibri"/>
                <a:cs typeface="Calibri"/>
                <a:sym typeface="Calibri"/>
              </a:defRPr>
            </a:lvl9pPr>
          </a:lstStyle>
          <a:p>
            <a:endParaRPr/>
          </a:p>
        </p:txBody>
      </p:sp>
      <p:sp>
        <p:nvSpPr>
          <p:cNvPr id="5" name="Shape 5"/>
          <p:cNvSpPr>
            <a:spLocks noGrp="1" noRot="1" noChangeAspect="1"/>
          </p:cNvSpPr>
          <p:nvPr>
            <p:ph type="sldImg" idx="3"/>
          </p:nvPr>
        </p:nvSpPr>
        <p:spPr>
          <a:xfrm>
            <a:off x="685800" y="1143000"/>
            <a:ext cx="5486400" cy="30861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Shape 6"/>
          <p:cNvSpPr txBox="1">
            <a:spLocks noGrp="1"/>
          </p:cNvSpPr>
          <p:nvPr>
            <p:ph type="body" idx="1"/>
          </p:nvPr>
        </p:nvSpPr>
        <p:spPr>
          <a:xfrm>
            <a:off x="685800" y="4400550"/>
            <a:ext cx="5486400" cy="3600450"/>
          </a:xfrm>
          <a:prstGeom prst="rect">
            <a:avLst/>
          </a:prstGeom>
          <a:noFill/>
          <a:ln>
            <a:noFill/>
          </a:ln>
        </p:spPr>
        <p:txBody>
          <a:bodyPr spcFirstLastPara="1" wrap="square" lIns="91425" tIns="91425" rIns="91425" bIns="91425" anchor="t" anchorCtr="0"/>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Shape 7"/>
          <p:cNvSpPr txBox="1">
            <a:spLocks noGrp="1"/>
          </p:cNvSpPr>
          <p:nvPr>
            <p:ph type="ftr" idx="11"/>
          </p:nvPr>
        </p:nvSpPr>
        <p:spPr>
          <a:xfrm>
            <a:off x="0" y="8685213"/>
            <a:ext cx="2971800" cy="458787"/>
          </a:xfrm>
          <a:prstGeom prst="rect">
            <a:avLst/>
          </a:prstGeom>
          <a:noFill/>
          <a:ln>
            <a:noFill/>
          </a:ln>
        </p:spPr>
        <p:txBody>
          <a:bodyPr spcFirstLastPara="1" wrap="square" lIns="91425" tIns="91425" rIns="91425" bIns="91425" anchor="b" anchorCtr="0"/>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36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36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36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36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36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36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36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3600" b="0" i="0" u="none" strike="noStrike" cap="none">
                <a:solidFill>
                  <a:schemeClr val="dk1"/>
                </a:solidFill>
                <a:latin typeface="Calibri"/>
                <a:ea typeface="Calibri"/>
                <a:cs typeface="Calibri"/>
                <a:sym typeface="Calibri"/>
              </a:defRPr>
            </a:lvl9pPr>
          </a:lstStyle>
          <a:p>
            <a:endParaRPr/>
          </a:p>
        </p:txBody>
      </p:sp>
      <p:sp>
        <p:nvSpPr>
          <p:cNvPr id="8" name="Shape 8"/>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AU"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AU" sz="1200" b="0" i="0" u="none" strike="noStrike" cap="none" smtClean="0">
                <a:solidFill>
                  <a:schemeClr val="dk1"/>
                </a:solidFill>
                <a:latin typeface="Calibri"/>
                <a:ea typeface="Calibri"/>
                <a:cs typeface="Calibri"/>
                <a:sym typeface="Calibri"/>
              </a:rPr>
              <a:t>1</a:t>
            </a:fld>
            <a:endParaRPr lang="en-AU"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2035620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T"/>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AU" sz="1200" b="0" i="0" u="none" strike="noStrike" cap="none" smtClean="0">
                <a:solidFill>
                  <a:schemeClr val="dk1"/>
                </a:solidFill>
                <a:latin typeface="Calibri"/>
                <a:ea typeface="Calibri"/>
                <a:cs typeface="Calibri"/>
                <a:sym typeface="Calibri"/>
              </a:rPr>
              <a:t>2</a:t>
            </a:fld>
            <a:endParaRPr lang="en-AU"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0042044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T"/>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AU" sz="1200" b="0" i="0" u="none" strike="noStrike" cap="none" smtClean="0">
                <a:solidFill>
                  <a:schemeClr val="dk1"/>
                </a:solidFill>
                <a:latin typeface="Calibri"/>
                <a:ea typeface="Calibri"/>
                <a:cs typeface="Calibri"/>
                <a:sym typeface="Calibri"/>
              </a:rPr>
              <a:t>3</a:t>
            </a:fld>
            <a:endParaRPr lang="en-AU"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400361508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fontAlgn="base"/>
            <a:endParaRPr lang="en-US"/>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AU" sz="1200" b="0" i="0" u="none" strike="noStrike" cap="none" smtClean="0">
                <a:solidFill>
                  <a:schemeClr val="dk1"/>
                </a:solidFill>
                <a:latin typeface="Calibri"/>
                <a:ea typeface="Calibri"/>
                <a:cs typeface="Calibri"/>
                <a:sym typeface="Calibri"/>
              </a:rPr>
              <a:t>4</a:t>
            </a:fld>
            <a:endParaRPr lang="en-AU"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77943787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T"/>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AU" sz="1200" b="0" i="0" u="none" strike="noStrike" cap="none" smtClean="0">
                <a:solidFill>
                  <a:schemeClr val="dk1"/>
                </a:solidFill>
                <a:latin typeface="Calibri"/>
                <a:ea typeface="Calibri"/>
                <a:cs typeface="Calibri"/>
                <a:sym typeface="Calibri"/>
              </a:rPr>
              <a:t>5</a:t>
            </a:fld>
            <a:endParaRPr lang="en-AU"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13954308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T"/>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AU" sz="1200" b="0" i="0" u="none" strike="noStrike" cap="none" smtClean="0">
                <a:solidFill>
                  <a:schemeClr val="dk1"/>
                </a:solidFill>
                <a:latin typeface="Calibri"/>
                <a:ea typeface="Calibri"/>
                <a:cs typeface="Calibri"/>
                <a:sym typeface="Calibri"/>
              </a:rPr>
              <a:t>11</a:t>
            </a:fld>
            <a:endParaRPr lang="en-AU"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24335968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a:p>
        </p:txBody>
      </p:sp>
      <p:sp>
        <p:nvSpPr>
          <p:cNvPr id="4" name="投影片編號版面配置區 3"/>
          <p:cNvSpPr>
            <a:spLocks noGrp="1"/>
          </p:cNvSpPr>
          <p:nvPr>
            <p:ph type="sldNum" sz="quarter" idx="10"/>
          </p:nvPr>
        </p:nvSpPr>
        <p:spPr/>
        <p:txBody>
          <a:bodyPr/>
          <a:lstStyle/>
          <a:p>
            <a:fld id="{F009B47D-A1E0-B147-9BE1-6096A8EAB086}" type="slidenum">
              <a:rPr lang="en-US" smtClean="0"/>
              <a:t>16</a:t>
            </a:fld>
            <a:endParaRPr lang="en-US"/>
          </a:p>
        </p:txBody>
      </p:sp>
    </p:spTree>
    <p:extLst>
      <p:ext uri="{BB962C8B-B14F-4D97-AF65-F5344CB8AC3E}">
        <p14:creationId xmlns:p14="http://schemas.microsoft.com/office/powerpoint/2010/main" val="236092700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matchingName="Title Slide" type="title">
  <p:cSld name="TITLE">
    <p:bg>
      <p:bgPr>
        <a:solidFill>
          <a:srgbClr val="FEFEFE"/>
        </a:solidFill>
        <a:effectLst/>
      </p:bgPr>
    </p:bg>
    <p:spTree>
      <p:nvGrpSpPr>
        <p:cNvPr id="1" name="Shape 467"/>
        <p:cNvGrpSpPr/>
        <p:nvPr/>
      </p:nvGrpSpPr>
      <p:grpSpPr>
        <a:xfrm>
          <a:off x="0" y="0"/>
          <a:ext cx="0" cy="0"/>
          <a:chOff x="0" y="0"/>
          <a:chExt cx="0" cy="0"/>
        </a:xfrm>
      </p:grpSpPr>
      <p:grpSp>
        <p:nvGrpSpPr>
          <p:cNvPr id="468" name="Shape 468"/>
          <p:cNvGrpSpPr/>
          <p:nvPr/>
        </p:nvGrpSpPr>
        <p:grpSpPr>
          <a:xfrm>
            <a:off x="-2" y="-1"/>
            <a:ext cx="24401475" cy="13717589"/>
            <a:chOff x="-1" y="0"/>
            <a:chExt cx="24390351" cy="13717588"/>
          </a:xfrm>
        </p:grpSpPr>
        <p:sp>
          <p:nvSpPr>
            <p:cNvPr id="469" name="Shape 469"/>
            <p:cNvSpPr/>
            <p:nvPr/>
          </p:nvSpPr>
          <p:spPr>
            <a:xfrm>
              <a:off x="-1" y="6603999"/>
              <a:ext cx="3119439" cy="7107239"/>
            </a:xfrm>
            <a:custGeom>
              <a:avLst/>
              <a:gdLst/>
              <a:ahLst/>
              <a:cxnLst/>
              <a:rect l="0" t="0" r="0" b="0"/>
              <a:pathLst>
                <a:path w="21600" h="21600" extrusionOk="0">
                  <a:moveTo>
                    <a:pt x="17272" y="11777"/>
                  </a:moveTo>
                  <a:cubicBezTo>
                    <a:pt x="13290" y="6934"/>
                    <a:pt x="7118" y="2874"/>
                    <a:pt x="0" y="0"/>
                  </a:cubicBezTo>
                  <a:lnTo>
                    <a:pt x="0" y="21600"/>
                  </a:lnTo>
                  <a:lnTo>
                    <a:pt x="21600" y="21600"/>
                  </a:lnTo>
                  <a:cubicBezTo>
                    <a:pt x="21421" y="18465"/>
                    <a:pt x="20019" y="15118"/>
                    <a:pt x="17272" y="11777"/>
                  </a:cubicBezTo>
                  <a:close/>
                </a:path>
              </a:pathLst>
            </a:custGeom>
            <a:solidFill>
              <a:srgbClr val="000000"/>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470" name="Shape 470"/>
            <p:cNvSpPr/>
            <p:nvPr/>
          </p:nvSpPr>
          <p:spPr>
            <a:xfrm>
              <a:off x="2792543" y="0"/>
              <a:ext cx="10253723" cy="9893454"/>
            </a:xfrm>
            <a:custGeom>
              <a:avLst/>
              <a:gdLst/>
              <a:ahLst/>
              <a:cxnLst/>
              <a:rect l="0" t="0" r="0" b="0"/>
              <a:pathLst>
                <a:path w="20016" h="20272" extrusionOk="0">
                  <a:moveTo>
                    <a:pt x="18077" y="0"/>
                  </a:moveTo>
                  <a:lnTo>
                    <a:pt x="144" y="0"/>
                  </a:lnTo>
                  <a:cubicBezTo>
                    <a:pt x="-188" y="2637"/>
                    <a:pt x="46" y="5632"/>
                    <a:pt x="941" y="8650"/>
                  </a:cubicBezTo>
                  <a:cubicBezTo>
                    <a:pt x="3277" y="16534"/>
                    <a:pt x="9230" y="21600"/>
                    <a:pt x="14238" y="19966"/>
                  </a:cubicBezTo>
                  <a:cubicBezTo>
                    <a:pt x="19246" y="18331"/>
                    <a:pt x="21412" y="10616"/>
                    <a:pt x="19076" y="2732"/>
                  </a:cubicBezTo>
                  <a:cubicBezTo>
                    <a:pt x="18793" y="1778"/>
                    <a:pt x="18458" y="865"/>
                    <a:pt x="18077" y="0"/>
                  </a:cubicBezTo>
                  <a:close/>
                </a:path>
              </a:pathLst>
            </a:custGeom>
            <a:solidFill>
              <a:srgbClr val="0F4BE9"/>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471" name="Shape 471"/>
            <p:cNvSpPr/>
            <p:nvPr/>
          </p:nvSpPr>
          <p:spPr>
            <a:xfrm>
              <a:off x="11900334" y="0"/>
              <a:ext cx="12490016" cy="8253395"/>
            </a:xfrm>
            <a:custGeom>
              <a:avLst/>
              <a:gdLst/>
              <a:ahLst/>
              <a:cxnLst/>
              <a:rect l="0" t="0" r="0" b="0"/>
              <a:pathLst>
                <a:path w="20581" h="20645" extrusionOk="0">
                  <a:moveTo>
                    <a:pt x="20581" y="3046"/>
                  </a:moveTo>
                  <a:cubicBezTo>
                    <a:pt x="20043" y="1986"/>
                    <a:pt x="19411" y="962"/>
                    <a:pt x="18694" y="0"/>
                  </a:cubicBezTo>
                  <a:lnTo>
                    <a:pt x="293" y="0"/>
                  </a:lnTo>
                  <a:cubicBezTo>
                    <a:pt x="-1019" y="5928"/>
                    <a:pt x="2175" y="13745"/>
                    <a:pt x="7792" y="17966"/>
                  </a:cubicBezTo>
                  <a:cubicBezTo>
                    <a:pt x="12627" y="21600"/>
                    <a:pt x="17769" y="21452"/>
                    <a:pt x="20581" y="18037"/>
                  </a:cubicBezTo>
                  <a:cubicBezTo>
                    <a:pt x="20581" y="18037"/>
                    <a:pt x="20581" y="3046"/>
                    <a:pt x="20581" y="3046"/>
                  </a:cubicBezTo>
                  <a:close/>
                </a:path>
              </a:pathLst>
            </a:custGeom>
            <a:solidFill>
              <a:srgbClr val="000000"/>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472" name="Shape 472"/>
            <p:cNvSpPr/>
            <p:nvPr/>
          </p:nvSpPr>
          <p:spPr>
            <a:xfrm>
              <a:off x="1409508" y="7238890"/>
              <a:ext cx="14502183" cy="6473935"/>
            </a:xfrm>
            <a:custGeom>
              <a:avLst/>
              <a:gdLst/>
              <a:ahLst/>
              <a:cxnLst/>
              <a:rect l="0" t="0" r="0" b="0"/>
              <a:pathLst>
                <a:path w="20932" h="20113" extrusionOk="0">
                  <a:moveTo>
                    <a:pt x="20731" y="20113"/>
                  </a:moveTo>
                  <a:cubicBezTo>
                    <a:pt x="20795" y="19655"/>
                    <a:pt x="20844" y="19186"/>
                    <a:pt x="20878" y="18706"/>
                  </a:cubicBezTo>
                  <a:cubicBezTo>
                    <a:pt x="21456" y="10453"/>
                    <a:pt x="17263" y="2248"/>
                    <a:pt x="11513" y="381"/>
                  </a:cubicBezTo>
                  <a:cubicBezTo>
                    <a:pt x="5762" y="-1487"/>
                    <a:pt x="632" y="3689"/>
                    <a:pt x="53" y="11942"/>
                  </a:cubicBezTo>
                  <a:cubicBezTo>
                    <a:pt x="-144" y="14754"/>
                    <a:pt x="213" y="17561"/>
                    <a:pt x="997" y="20113"/>
                  </a:cubicBezTo>
                  <a:cubicBezTo>
                    <a:pt x="997" y="20113"/>
                    <a:pt x="20731" y="20113"/>
                    <a:pt x="20731" y="20113"/>
                  </a:cubicBezTo>
                  <a:close/>
                </a:path>
              </a:pathLst>
            </a:custGeom>
            <a:solidFill>
              <a:srgbClr val="0F4BE9"/>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473" name="Shape 473"/>
            <p:cNvSpPr/>
            <p:nvPr/>
          </p:nvSpPr>
          <p:spPr>
            <a:xfrm>
              <a:off x="-1" y="0"/>
              <a:ext cx="6870699" cy="8999839"/>
            </a:xfrm>
            <a:custGeom>
              <a:avLst/>
              <a:gdLst/>
              <a:ahLst/>
              <a:cxnLst/>
              <a:rect l="0" t="0" r="0" b="0"/>
              <a:pathLst>
                <a:path w="19991" h="20721" extrusionOk="0">
                  <a:moveTo>
                    <a:pt x="9083" y="0"/>
                  </a:moveTo>
                  <a:lnTo>
                    <a:pt x="0" y="0"/>
                  </a:lnTo>
                  <a:lnTo>
                    <a:pt x="0" y="20426"/>
                  </a:lnTo>
                  <a:cubicBezTo>
                    <a:pt x="9137" y="21600"/>
                    <a:pt x="17306" y="19208"/>
                    <a:pt x="19459" y="14290"/>
                  </a:cubicBezTo>
                  <a:cubicBezTo>
                    <a:pt x="21600" y="9397"/>
                    <a:pt x="17106" y="3554"/>
                    <a:pt x="9083" y="0"/>
                  </a:cubicBezTo>
                  <a:close/>
                </a:path>
              </a:pathLst>
            </a:custGeom>
            <a:solidFill>
              <a:srgbClr val="000000"/>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474" name="Shape 474"/>
            <p:cNvSpPr/>
            <p:nvPr/>
          </p:nvSpPr>
          <p:spPr>
            <a:xfrm>
              <a:off x="22313909" y="6375399"/>
              <a:ext cx="2074856" cy="7342189"/>
            </a:xfrm>
            <a:custGeom>
              <a:avLst/>
              <a:gdLst/>
              <a:ahLst/>
              <a:cxnLst/>
              <a:rect l="0" t="0" r="0" b="0"/>
              <a:pathLst>
                <a:path w="21388" h="21600" extrusionOk="0">
                  <a:moveTo>
                    <a:pt x="288" y="15771"/>
                  </a:moveTo>
                  <a:cubicBezTo>
                    <a:pt x="-212" y="17778"/>
                    <a:pt x="-51" y="19734"/>
                    <a:pt x="695" y="21600"/>
                  </a:cubicBezTo>
                  <a:lnTo>
                    <a:pt x="21388" y="21600"/>
                  </a:lnTo>
                  <a:lnTo>
                    <a:pt x="21388" y="0"/>
                  </a:lnTo>
                  <a:cubicBezTo>
                    <a:pt x="9940" y="3712"/>
                    <a:pt x="1891" y="9343"/>
                    <a:pt x="288" y="15771"/>
                  </a:cubicBezTo>
                  <a:close/>
                </a:path>
              </a:pathLst>
            </a:custGeom>
            <a:solidFill>
              <a:srgbClr val="000000"/>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475" name="Shape 475"/>
            <p:cNvSpPr/>
            <p:nvPr/>
          </p:nvSpPr>
          <p:spPr>
            <a:xfrm>
              <a:off x="12522424" y="0"/>
              <a:ext cx="10521874" cy="13228515"/>
            </a:xfrm>
            <a:custGeom>
              <a:avLst/>
              <a:gdLst/>
              <a:ahLst/>
              <a:cxnLst/>
              <a:rect l="0" t="0" r="0" b="0"/>
              <a:pathLst>
                <a:path w="19252" h="20434" extrusionOk="0">
                  <a:moveTo>
                    <a:pt x="16272" y="0"/>
                  </a:moveTo>
                  <a:lnTo>
                    <a:pt x="7660" y="0"/>
                  </a:lnTo>
                  <a:cubicBezTo>
                    <a:pt x="5112" y="1364"/>
                    <a:pt x="2786" y="3770"/>
                    <a:pt x="1352" y="6827"/>
                  </a:cubicBezTo>
                  <a:cubicBezTo>
                    <a:pt x="-1363" y="12614"/>
                    <a:pt x="141" y="18544"/>
                    <a:pt x="4710" y="20072"/>
                  </a:cubicBezTo>
                  <a:cubicBezTo>
                    <a:pt x="9280" y="21600"/>
                    <a:pt x="15186" y="18148"/>
                    <a:pt x="17901" y="12361"/>
                  </a:cubicBezTo>
                  <a:cubicBezTo>
                    <a:pt x="20237" y="7381"/>
                    <a:pt x="19449" y="2295"/>
                    <a:pt x="16272" y="0"/>
                  </a:cubicBezTo>
                  <a:close/>
                </a:path>
              </a:pathLst>
            </a:custGeom>
            <a:solidFill>
              <a:srgbClr val="0F4BE9"/>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476" name="Shape 476"/>
            <p:cNvSpPr/>
            <p:nvPr/>
          </p:nvSpPr>
          <p:spPr>
            <a:xfrm>
              <a:off x="22339219" y="0"/>
              <a:ext cx="2041607" cy="8972550"/>
            </a:xfrm>
            <a:custGeom>
              <a:avLst/>
              <a:gdLst/>
              <a:ahLst/>
              <a:cxnLst/>
              <a:rect l="0" t="0" r="0" b="0"/>
              <a:pathLst>
                <a:path w="16433" h="21600" extrusionOk="0">
                  <a:moveTo>
                    <a:pt x="11912" y="20783"/>
                  </a:moveTo>
                  <a:cubicBezTo>
                    <a:pt x="13338" y="21103"/>
                    <a:pt x="14850" y="21374"/>
                    <a:pt x="16433" y="21600"/>
                  </a:cubicBezTo>
                  <a:lnTo>
                    <a:pt x="16433" y="0"/>
                  </a:lnTo>
                  <a:lnTo>
                    <a:pt x="15086" y="0"/>
                  </a:lnTo>
                  <a:cubicBezTo>
                    <a:pt x="-3680" y="7704"/>
                    <a:pt x="-5167" y="16953"/>
                    <a:pt x="11912" y="20783"/>
                  </a:cubicBezTo>
                  <a:close/>
                </a:path>
              </a:pathLst>
            </a:custGeom>
            <a:solidFill>
              <a:srgbClr val="0F4BE9"/>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477" name="Shape 477"/>
            <p:cNvSpPr/>
            <p:nvPr/>
          </p:nvSpPr>
          <p:spPr>
            <a:xfrm>
              <a:off x="16916400" y="9042371"/>
              <a:ext cx="7462839" cy="4673628"/>
            </a:xfrm>
            <a:custGeom>
              <a:avLst/>
              <a:gdLst/>
              <a:ahLst/>
              <a:cxnLst/>
              <a:rect l="0" t="0" r="0" b="0"/>
              <a:pathLst>
                <a:path w="21600" h="19904" extrusionOk="0">
                  <a:moveTo>
                    <a:pt x="7060" y="1146"/>
                  </a:moveTo>
                  <a:cubicBezTo>
                    <a:pt x="2690" y="3896"/>
                    <a:pt x="215" y="11108"/>
                    <a:pt x="0" y="19904"/>
                  </a:cubicBezTo>
                  <a:lnTo>
                    <a:pt x="21600" y="19904"/>
                  </a:lnTo>
                  <a:lnTo>
                    <a:pt x="21600" y="7188"/>
                  </a:lnTo>
                  <a:cubicBezTo>
                    <a:pt x="17036" y="907"/>
                    <a:pt x="11576" y="-1696"/>
                    <a:pt x="7060" y="1146"/>
                  </a:cubicBezTo>
                  <a:close/>
                </a:path>
              </a:pathLst>
            </a:custGeom>
            <a:solidFill>
              <a:srgbClr val="000000"/>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grpSp>
      <p:sp>
        <p:nvSpPr>
          <p:cNvPr id="478" name="Shape 478"/>
          <p:cNvSpPr txBox="1">
            <a:spLocks noGrp="1"/>
          </p:cNvSpPr>
          <p:nvPr>
            <p:ph type="title"/>
          </p:nvPr>
        </p:nvSpPr>
        <p:spPr>
          <a:xfrm>
            <a:off x="3436916" y="4081781"/>
            <a:ext cx="15632335" cy="4917758"/>
          </a:xfrm>
          <a:prstGeom prst="rect">
            <a:avLst/>
          </a:prstGeom>
          <a:noFill/>
          <a:ln>
            <a:noFill/>
          </a:ln>
        </p:spPr>
        <p:txBody>
          <a:bodyPr spcFirstLastPara="1" wrap="square" lIns="91425" tIns="91425" rIns="91425" bIns="91425" anchor="t" anchorCtr="0"/>
          <a:lstStyle>
            <a:lvl1pPr marR="0" lvl="0" algn="l" rtl="0">
              <a:lnSpc>
                <a:spcPct val="104000"/>
              </a:lnSpc>
              <a:spcBef>
                <a:spcPts val="0"/>
              </a:spcBef>
              <a:spcAft>
                <a:spcPts val="0"/>
              </a:spcAft>
              <a:buClr>
                <a:srgbClr val="FEFEFE"/>
              </a:buClr>
              <a:buSzPts val="10000"/>
              <a:buFont typeface="Arial"/>
              <a:buNone/>
              <a:defRPr sz="10000" b="0" i="0" u="none" strike="noStrike" cap="none">
                <a:solidFill>
                  <a:srgbClr val="FEFEFE"/>
                </a:solidFill>
                <a:latin typeface="Arial"/>
                <a:ea typeface="Arial"/>
                <a:cs typeface="Arial"/>
                <a:sym typeface="Arial"/>
              </a:defRPr>
            </a:lvl1pPr>
            <a:lvl2pPr marR="0" lvl="1" algn="l" rtl="0">
              <a:lnSpc>
                <a:spcPct val="104000"/>
              </a:lnSpc>
              <a:spcBef>
                <a:spcPts val="0"/>
              </a:spcBef>
              <a:spcAft>
                <a:spcPts val="0"/>
              </a:spcAft>
              <a:buClr>
                <a:srgbClr val="FEFEFE"/>
              </a:buClr>
              <a:buSzPts val="10000"/>
              <a:buFont typeface="Arial"/>
              <a:buNone/>
              <a:defRPr sz="10000" b="0" i="0" u="none" strike="noStrike" cap="none">
                <a:solidFill>
                  <a:srgbClr val="FEFEFE"/>
                </a:solidFill>
                <a:latin typeface="Arial"/>
                <a:ea typeface="Arial"/>
                <a:cs typeface="Arial"/>
                <a:sym typeface="Arial"/>
              </a:defRPr>
            </a:lvl2pPr>
            <a:lvl3pPr marR="0" lvl="2" algn="l" rtl="0">
              <a:lnSpc>
                <a:spcPct val="104000"/>
              </a:lnSpc>
              <a:spcBef>
                <a:spcPts val="0"/>
              </a:spcBef>
              <a:spcAft>
                <a:spcPts val="0"/>
              </a:spcAft>
              <a:buClr>
                <a:srgbClr val="FEFEFE"/>
              </a:buClr>
              <a:buSzPts val="10000"/>
              <a:buFont typeface="Arial"/>
              <a:buNone/>
              <a:defRPr sz="10000" b="0" i="0" u="none" strike="noStrike" cap="none">
                <a:solidFill>
                  <a:srgbClr val="FEFEFE"/>
                </a:solidFill>
                <a:latin typeface="Arial"/>
                <a:ea typeface="Arial"/>
                <a:cs typeface="Arial"/>
                <a:sym typeface="Arial"/>
              </a:defRPr>
            </a:lvl3pPr>
            <a:lvl4pPr marR="0" lvl="3" algn="l" rtl="0">
              <a:lnSpc>
                <a:spcPct val="104000"/>
              </a:lnSpc>
              <a:spcBef>
                <a:spcPts val="0"/>
              </a:spcBef>
              <a:spcAft>
                <a:spcPts val="0"/>
              </a:spcAft>
              <a:buClr>
                <a:srgbClr val="FEFEFE"/>
              </a:buClr>
              <a:buSzPts val="10000"/>
              <a:buFont typeface="Arial"/>
              <a:buNone/>
              <a:defRPr sz="10000" b="0" i="0" u="none" strike="noStrike" cap="none">
                <a:solidFill>
                  <a:srgbClr val="FEFEFE"/>
                </a:solidFill>
                <a:latin typeface="Arial"/>
                <a:ea typeface="Arial"/>
                <a:cs typeface="Arial"/>
                <a:sym typeface="Arial"/>
              </a:defRPr>
            </a:lvl4pPr>
            <a:lvl5pPr marR="0" lvl="4" algn="l" rtl="0">
              <a:lnSpc>
                <a:spcPct val="104000"/>
              </a:lnSpc>
              <a:spcBef>
                <a:spcPts val="0"/>
              </a:spcBef>
              <a:spcAft>
                <a:spcPts val="0"/>
              </a:spcAft>
              <a:buClr>
                <a:srgbClr val="FEFEFE"/>
              </a:buClr>
              <a:buSzPts val="10000"/>
              <a:buFont typeface="Arial"/>
              <a:buNone/>
              <a:defRPr sz="10000" b="0" i="0" u="none" strike="noStrike" cap="none">
                <a:solidFill>
                  <a:srgbClr val="FEFEFE"/>
                </a:solidFill>
                <a:latin typeface="Arial"/>
                <a:ea typeface="Arial"/>
                <a:cs typeface="Arial"/>
                <a:sym typeface="Arial"/>
              </a:defRPr>
            </a:lvl5pPr>
            <a:lvl6pPr marR="0" lvl="5" algn="l" rtl="0">
              <a:lnSpc>
                <a:spcPct val="104000"/>
              </a:lnSpc>
              <a:spcBef>
                <a:spcPts val="0"/>
              </a:spcBef>
              <a:spcAft>
                <a:spcPts val="0"/>
              </a:spcAft>
              <a:buClr>
                <a:srgbClr val="FEFEFE"/>
              </a:buClr>
              <a:buSzPts val="10000"/>
              <a:buFont typeface="Arial"/>
              <a:buNone/>
              <a:defRPr sz="10000" b="0" i="0" u="none" strike="noStrike" cap="none">
                <a:solidFill>
                  <a:srgbClr val="FEFEFE"/>
                </a:solidFill>
                <a:latin typeface="Arial"/>
                <a:ea typeface="Arial"/>
                <a:cs typeface="Arial"/>
                <a:sym typeface="Arial"/>
              </a:defRPr>
            </a:lvl6pPr>
            <a:lvl7pPr marR="0" lvl="6" algn="l" rtl="0">
              <a:lnSpc>
                <a:spcPct val="104000"/>
              </a:lnSpc>
              <a:spcBef>
                <a:spcPts val="0"/>
              </a:spcBef>
              <a:spcAft>
                <a:spcPts val="0"/>
              </a:spcAft>
              <a:buClr>
                <a:srgbClr val="FEFEFE"/>
              </a:buClr>
              <a:buSzPts val="10000"/>
              <a:buFont typeface="Arial"/>
              <a:buNone/>
              <a:defRPr sz="10000" b="0" i="0" u="none" strike="noStrike" cap="none">
                <a:solidFill>
                  <a:srgbClr val="FEFEFE"/>
                </a:solidFill>
                <a:latin typeface="Arial"/>
                <a:ea typeface="Arial"/>
                <a:cs typeface="Arial"/>
                <a:sym typeface="Arial"/>
              </a:defRPr>
            </a:lvl7pPr>
            <a:lvl8pPr marR="0" lvl="7" algn="l" rtl="0">
              <a:lnSpc>
                <a:spcPct val="104000"/>
              </a:lnSpc>
              <a:spcBef>
                <a:spcPts val="0"/>
              </a:spcBef>
              <a:spcAft>
                <a:spcPts val="0"/>
              </a:spcAft>
              <a:buClr>
                <a:srgbClr val="FEFEFE"/>
              </a:buClr>
              <a:buSzPts val="10000"/>
              <a:buFont typeface="Arial"/>
              <a:buNone/>
              <a:defRPr sz="10000" b="0" i="0" u="none" strike="noStrike" cap="none">
                <a:solidFill>
                  <a:srgbClr val="FEFEFE"/>
                </a:solidFill>
                <a:latin typeface="Arial"/>
                <a:ea typeface="Arial"/>
                <a:cs typeface="Arial"/>
                <a:sym typeface="Arial"/>
              </a:defRPr>
            </a:lvl8pPr>
            <a:lvl9pPr marR="0" lvl="8" algn="l" rtl="0">
              <a:lnSpc>
                <a:spcPct val="104000"/>
              </a:lnSpc>
              <a:spcBef>
                <a:spcPts val="0"/>
              </a:spcBef>
              <a:spcAft>
                <a:spcPts val="0"/>
              </a:spcAft>
              <a:buClr>
                <a:srgbClr val="FEFEFE"/>
              </a:buClr>
              <a:buSzPts val="10000"/>
              <a:buFont typeface="Arial"/>
              <a:buNone/>
              <a:defRPr sz="10000" b="0" i="0" u="none" strike="noStrike" cap="none">
                <a:solidFill>
                  <a:srgbClr val="FEFEFE"/>
                </a:solidFill>
                <a:latin typeface="Arial"/>
                <a:ea typeface="Arial"/>
                <a:cs typeface="Arial"/>
                <a:sym typeface="Arial"/>
              </a:defRPr>
            </a:lvl9pPr>
          </a:lstStyle>
          <a:p>
            <a:endParaRPr/>
          </a:p>
        </p:txBody>
      </p:sp>
      <p:sp>
        <p:nvSpPr>
          <p:cNvPr id="479" name="Shape 479"/>
          <p:cNvSpPr txBox="1">
            <a:spLocks noGrp="1"/>
          </p:cNvSpPr>
          <p:nvPr>
            <p:ph type="body" idx="1"/>
          </p:nvPr>
        </p:nvSpPr>
        <p:spPr>
          <a:xfrm>
            <a:off x="4855568" y="8999538"/>
            <a:ext cx="6897911" cy="4716462"/>
          </a:xfrm>
          <a:prstGeom prst="rect">
            <a:avLst/>
          </a:prstGeom>
          <a:noFill/>
          <a:ln>
            <a:noFill/>
          </a:ln>
        </p:spPr>
        <p:txBody>
          <a:bodyPr spcFirstLastPara="1" wrap="square" lIns="91425" tIns="91425" rIns="91425" bIns="91425" anchor="t" anchorCtr="0"/>
          <a:lstStyle>
            <a:lvl1pPr marL="457200" marR="0" lvl="0" indent="-228600" algn="l" rtl="0">
              <a:lnSpc>
                <a:spcPct val="90000"/>
              </a:lnSpc>
              <a:spcBef>
                <a:spcPts val="2000"/>
              </a:spcBef>
              <a:spcAft>
                <a:spcPts val="0"/>
              </a:spcAft>
              <a:buClr>
                <a:srgbClr val="FEFEFE"/>
              </a:buClr>
              <a:buSzPts val="3000"/>
              <a:buFont typeface="Arial"/>
              <a:buNone/>
              <a:defRPr sz="3000" b="0" i="0" u="none" strike="noStrike" cap="none">
                <a:solidFill>
                  <a:srgbClr val="FEFEFE"/>
                </a:solidFill>
                <a:latin typeface="Arial"/>
                <a:ea typeface="Arial"/>
                <a:cs typeface="Arial"/>
                <a:sym typeface="Arial"/>
              </a:defRPr>
            </a:lvl1pPr>
            <a:lvl2pPr marL="914400" marR="0" lvl="1" indent="-228600" algn="l" rtl="0">
              <a:lnSpc>
                <a:spcPct val="90000"/>
              </a:lnSpc>
              <a:spcBef>
                <a:spcPts val="2000"/>
              </a:spcBef>
              <a:spcAft>
                <a:spcPts val="0"/>
              </a:spcAft>
              <a:buClr>
                <a:srgbClr val="FEFEFE"/>
              </a:buClr>
              <a:buSzPts val="3000"/>
              <a:buFont typeface="Arial"/>
              <a:buNone/>
              <a:defRPr sz="3000" b="0" i="0" u="none" strike="noStrike" cap="none">
                <a:solidFill>
                  <a:srgbClr val="FEFEFE"/>
                </a:solidFill>
                <a:latin typeface="Arial"/>
                <a:ea typeface="Arial"/>
                <a:cs typeface="Arial"/>
                <a:sym typeface="Arial"/>
              </a:defRPr>
            </a:lvl2pPr>
            <a:lvl3pPr marL="1371600" marR="0" lvl="2" indent="-228600" algn="l" rtl="0">
              <a:lnSpc>
                <a:spcPct val="90000"/>
              </a:lnSpc>
              <a:spcBef>
                <a:spcPts val="2000"/>
              </a:spcBef>
              <a:spcAft>
                <a:spcPts val="0"/>
              </a:spcAft>
              <a:buClr>
                <a:srgbClr val="FEFEFE"/>
              </a:buClr>
              <a:buSzPts val="3000"/>
              <a:buFont typeface="Arial"/>
              <a:buNone/>
              <a:defRPr sz="3000" b="0" i="0" u="none" strike="noStrike" cap="none">
                <a:solidFill>
                  <a:srgbClr val="FEFEFE"/>
                </a:solidFill>
                <a:latin typeface="Arial"/>
                <a:ea typeface="Arial"/>
                <a:cs typeface="Arial"/>
                <a:sym typeface="Arial"/>
              </a:defRPr>
            </a:lvl3pPr>
            <a:lvl4pPr marL="1828800" marR="0" lvl="3" indent="-228600" algn="l" rtl="0">
              <a:lnSpc>
                <a:spcPct val="90000"/>
              </a:lnSpc>
              <a:spcBef>
                <a:spcPts val="2000"/>
              </a:spcBef>
              <a:spcAft>
                <a:spcPts val="0"/>
              </a:spcAft>
              <a:buClr>
                <a:srgbClr val="FEFEFE"/>
              </a:buClr>
              <a:buSzPts val="3000"/>
              <a:buFont typeface="Arial"/>
              <a:buNone/>
              <a:defRPr sz="3000" b="0" i="0" u="none" strike="noStrike" cap="none">
                <a:solidFill>
                  <a:srgbClr val="FEFEFE"/>
                </a:solidFill>
                <a:latin typeface="Arial"/>
                <a:ea typeface="Arial"/>
                <a:cs typeface="Arial"/>
                <a:sym typeface="Arial"/>
              </a:defRPr>
            </a:lvl4pPr>
            <a:lvl5pPr marL="2286000" marR="0" lvl="4" indent="-228600" algn="l" rtl="0">
              <a:lnSpc>
                <a:spcPct val="90000"/>
              </a:lnSpc>
              <a:spcBef>
                <a:spcPts val="2000"/>
              </a:spcBef>
              <a:spcAft>
                <a:spcPts val="0"/>
              </a:spcAft>
              <a:buClr>
                <a:srgbClr val="FEFEFE"/>
              </a:buClr>
              <a:buSzPts val="3000"/>
              <a:buFont typeface="Arial"/>
              <a:buNone/>
              <a:defRPr sz="3000" b="0" i="0" u="none" strike="noStrike" cap="none">
                <a:solidFill>
                  <a:srgbClr val="FEFEFE"/>
                </a:solidFill>
                <a:latin typeface="Arial"/>
                <a:ea typeface="Arial"/>
                <a:cs typeface="Arial"/>
                <a:sym typeface="Arial"/>
              </a:defRPr>
            </a:lvl5pPr>
            <a:lvl6pPr marL="2743200" marR="0" lvl="5" indent="-584200" algn="l" rtl="0">
              <a:lnSpc>
                <a:spcPct val="90000"/>
              </a:lnSpc>
              <a:spcBef>
                <a:spcPts val="2000"/>
              </a:spcBef>
              <a:spcAft>
                <a:spcPts val="0"/>
              </a:spcAft>
              <a:buClr>
                <a:srgbClr val="000000"/>
              </a:buClr>
              <a:buSzPts val="5600"/>
              <a:buFont typeface="Arial"/>
              <a:buChar char="•"/>
              <a:defRPr sz="5600" b="0" i="0" u="none" strike="noStrike" cap="none">
                <a:solidFill>
                  <a:srgbClr val="000000"/>
                </a:solidFill>
                <a:latin typeface="Arial"/>
                <a:ea typeface="Arial"/>
                <a:cs typeface="Arial"/>
                <a:sym typeface="Arial"/>
              </a:defRPr>
            </a:lvl6pPr>
            <a:lvl7pPr marL="3200400" marR="0" lvl="6" indent="-584200" algn="l" rtl="0">
              <a:lnSpc>
                <a:spcPct val="90000"/>
              </a:lnSpc>
              <a:spcBef>
                <a:spcPts val="2000"/>
              </a:spcBef>
              <a:spcAft>
                <a:spcPts val="0"/>
              </a:spcAft>
              <a:buClr>
                <a:srgbClr val="000000"/>
              </a:buClr>
              <a:buSzPts val="5600"/>
              <a:buFont typeface="Arial"/>
              <a:buChar char="•"/>
              <a:defRPr sz="5600" b="0" i="0" u="none" strike="noStrike" cap="none">
                <a:solidFill>
                  <a:srgbClr val="000000"/>
                </a:solidFill>
                <a:latin typeface="Arial"/>
                <a:ea typeface="Arial"/>
                <a:cs typeface="Arial"/>
                <a:sym typeface="Arial"/>
              </a:defRPr>
            </a:lvl7pPr>
            <a:lvl8pPr marL="3657600" marR="0" lvl="7" indent="-584200" algn="l" rtl="0">
              <a:lnSpc>
                <a:spcPct val="90000"/>
              </a:lnSpc>
              <a:spcBef>
                <a:spcPts val="2000"/>
              </a:spcBef>
              <a:spcAft>
                <a:spcPts val="0"/>
              </a:spcAft>
              <a:buClr>
                <a:srgbClr val="000000"/>
              </a:buClr>
              <a:buSzPts val="5600"/>
              <a:buFont typeface="Arial"/>
              <a:buChar char="•"/>
              <a:defRPr sz="5600" b="0" i="0" u="none" strike="noStrike" cap="none">
                <a:solidFill>
                  <a:srgbClr val="000000"/>
                </a:solidFill>
                <a:latin typeface="Arial"/>
                <a:ea typeface="Arial"/>
                <a:cs typeface="Arial"/>
                <a:sym typeface="Arial"/>
              </a:defRPr>
            </a:lvl8pPr>
            <a:lvl9pPr marL="4114800" marR="0" lvl="8" indent="-584200" algn="l" rtl="0">
              <a:lnSpc>
                <a:spcPct val="90000"/>
              </a:lnSpc>
              <a:spcBef>
                <a:spcPts val="2000"/>
              </a:spcBef>
              <a:spcAft>
                <a:spcPts val="0"/>
              </a:spcAft>
              <a:buClr>
                <a:srgbClr val="000000"/>
              </a:buClr>
              <a:buSzPts val="5600"/>
              <a:buFont typeface="Arial"/>
              <a:buChar char="•"/>
              <a:defRPr sz="5600" b="0" i="0" u="none" strike="noStrike" cap="none">
                <a:solidFill>
                  <a:srgbClr val="000000"/>
                </a:solidFill>
                <a:latin typeface="Arial"/>
                <a:ea typeface="Arial"/>
                <a:cs typeface="Arial"/>
                <a:sym typeface="Arial"/>
              </a:defRPr>
            </a:lvl9pPr>
          </a:lstStyle>
          <a:p>
            <a:endParaRPr/>
          </a:p>
        </p:txBody>
      </p:sp>
      <p:grpSp>
        <p:nvGrpSpPr>
          <p:cNvPr id="480" name="Shape 480"/>
          <p:cNvGrpSpPr/>
          <p:nvPr/>
        </p:nvGrpSpPr>
        <p:grpSpPr>
          <a:xfrm>
            <a:off x="21607213" y="2730723"/>
            <a:ext cx="1396624" cy="1395987"/>
            <a:chOff x="0" y="0"/>
            <a:chExt cx="1395985" cy="1395985"/>
          </a:xfrm>
        </p:grpSpPr>
        <p:sp>
          <p:nvSpPr>
            <p:cNvPr id="481" name="Shape 481"/>
            <p:cNvSpPr/>
            <p:nvPr/>
          </p:nvSpPr>
          <p:spPr>
            <a:xfrm>
              <a:off x="0" y="0"/>
              <a:ext cx="1395985" cy="139598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000000"/>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482" name="Shape 482"/>
            <p:cNvSpPr/>
            <p:nvPr/>
          </p:nvSpPr>
          <p:spPr>
            <a:xfrm>
              <a:off x="251184" y="256109"/>
              <a:ext cx="920704" cy="880390"/>
            </a:xfrm>
            <a:custGeom>
              <a:avLst/>
              <a:gdLst/>
              <a:ahLst/>
              <a:cxnLst/>
              <a:rect l="0" t="0" r="0" b="0"/>
              <a:pathLst>
                <a:path w="21600" h="21458" extrusionOk="0">
                  <a:moveTo>
                    <a:pt x="16952" y="15509"/>
                  </a:moveTo>
                  <a:lnTo>
                    <a:pt x="21600" y="10680"/>
                  </a:lnTo>
                  <a:lnTo>
                    <a:pt x="20270" y="9299"/>
                  </a:lnTo>
                  <a:lnTo>
                    <a:pt x="15965" y="13772"/>
                  </a:lnTo>
                  <a:lnTo>
                    <a:pt x="14953" y="12721"/>
                  </a:lnTo>
                  <a:lnTo>
                    <a:pt x="13624" y="14101"/>
                  </a:lnTo>
                  <a:lnTo>
                    <a:pt x="14978" y="15509"/>
                  </a:lnTo>
                  <a:cubicBezTo>
                    <a:pt x="15523" y="16075"/>
                    <a:pt x="16407" y="16075"/>
                    <a:pt x="16952" y="15509"/>
                  </a:cubicBezTo>
                  <a:moveTo>
                    <a:pt x="19010" y="6901"/>
                  </a:moveTo>
                  <a:lnTo>
                    <a:pt x="20782" y="5059"/>
                  </a:lnTo>
                  <a:lnTo>
                    <a:pt x="19010" y="3217"/>
                  </a:lnTo>
                  <a:lnTo>
                    <a:pt x="18177" y="4082"/>
                  </a:lnTo>
                  <a:lnTo>
                    <a:pt x="13753" y="4082"/>
                  </a:lnTo>
                  <a:lnTo>
                    <a:pt x="12920" y="3217"/>
                  </a:lnTo>
                  <a:lnTo>
                    <a:pt x="11148" y="5059"/>
                  </a:lnTo>
                  <a:lnTo>
                    <a:pt x="12920" y="6901"/>
                  </a:lnTo>
                  <a:lnTo>
                    <a:pt x="13753" y="6036"/>
                  </a:lnTo>
                  <a:lnTo>
                    <a:pt x="15025" y="6036"/>
                  </a:lnTo>
                  <a:lnTo>
                    <a:pt x="15025" y="8650"/>
                  </a:lnTo>
                  <a:cubicBezTo>
                    <a:pt x="15602" y="8295"/>
                    <a:pt x="16328" y="8294"/>
                    <a:pt x="16905" y="8650"/>
                  </a:cubicBezTo>
                  <a:lnTo>
                    <a:pt x="16905" y="6036"/>
                  </a:lnTo>
                  <a:lnTo>
                    <a:pt x="18177" y="6036"/>
                  </a:lnTo>
                  <a:cubicBezTo>
                    <a:pt x="18177" y="6036"/>
                    <a:pt x="19010" y="6901"/>
                    <a:pt x="19010" y="6901"/>
                  </a:cubicBezTo>
                  <a:close/>
                  <a:moveTo>
                    <a:pt x="15965" y="3684"/>
                  </a:moveTo>
                  <a:lnTo>
                    <a:pt x="17738" y="1843"/>
                  </a:lnTo>
                  <a:lnTo>
                    <a:pt x="15965" y="0"/>
                  </a:lnTo>
                  <a:lnTo>
                    <a:pt x="14192" y="1843"/>
                  </a:lnTo>
                  <a:cubicBezTo>
                    <a:pt x="14192" y="1843"/>
                    <a:pt x="15965" y="3684"/>
                    <a:pt x="15965" y="3684"/>
                  </a:cubicBezTo>
                  <a:close/>
                  <a:moveTo>
                    <a:pt x="11660" y="9299"/>
                  </a:moveTo>
                  <a:lnTo>
                    <a:pt x="10331" y="10680"/>
                  </a:lnTo>
                  <a:lnTo>
                    <a:pt x="11660" y="12061"/>
                  </a:lnTo>
                  <a:lnTo>
                    <a:pt x="12989" y="10680"/>
                  </a:lnTo>
                  <a:cubicBezTo>
                    <a:pt x="12989" y="10680"/>
                    <a:pt x="11660" y="9299"/>
                    <a:pt x="11660" y="9299"/>
                  </a:cubicBezTo>
                  <a:close/>
                  <a:moveTo>
                    <a:pt x="8282" y="17567"/>
                  </a:moveTo>
                  <a:cubicBezTo>
                    <a:pt x="8282" y="15877"/>
                    <a:pt x="7291" y="14733"/>
                    <a:pt x="5701" y="14733"/>
                  </a:cubicBezTo>
                  <a:lnTo>
                    <a:pt x="122" y="14733"/>
                  </a:lnTo>
                  <a:lnTo>
                    <a:pt x="122" y="16550"/>
                  </a:lnTo>
                  <a:lnTo>
                    <a:pt x="5676" y="16550"/>
                  </a:lnTo>
                  <a:cubicBezTo>
                    <a:pt x="6324" y="16550"/>
                    <a:pt x="6728" y="16944"/>
                    <a:pt x="6728" y="17567"/>
                  </a:cubicBezTo>
                  <a:cubicBezTo>
                    <a:pt x="6728" y="18202"/>
                    <a:pt x="6324" y="18583"/>
                    <a:pt x="5676" y="18583"/>
                  </a:cubicBezTo>
                  <a:lnTo>
                    <a:pt x="122" y="18583"/>
                  </a:lnTo>
                  <a:lnTo>
                    <a:pt x="122" y="20401"/>
                  </a:lnTo>
                  <a:lnTo>
                    <a:pt x="5701" y="20401"/>
                  </a:lnTo>
                  <a:cubicBezTo>
                    <a:pt x="7291" y="20401"/>
                    <a:pt x="8282" y="19257"/>
                    <a:pt x="8282" y="17567"/>
                  </a:cubicBezTo>
                  <a:moveTo>
                    <a:pt x="8282" y="3811"/>
                  </a:moveTo>
                  <a:cubicBezTo>
                    <a:pt x="8282" y="2032"/>
                    <a:pt x="7242" y="1015"/>
                    <a:pt x="5762" y="1015"/>
                  </a:cubicBezTo>
                  <a:cubicBezTo>
                    <a:pt x="4282" y="1015"/>
                    <a:pt x="3768" y="2006"/>
                    <a:pt x="3389" y="3049"/>
                  </a:cubicBezTo>
                  <a:lnTo>
                    <a:pt x="3009" y="4091"/>
                  </a:lnTo>
                  <a:cubicBezTo>
                    <a:pt x="2801" y="4663"/>
                    <a:pt x="2447" y="4764"/>
                    <a:pt x="2214" y="4764"/>
                  </a:cubicBezTo>
                  <a:cubicBezTo>
                    <a:pt x="1774" y="4764"/>
                    <a:pt x="1443" y="4434"/>
                    <a:pt x="1443" y="3849"/>
                  </a:cubicBezTo>
                  <a:cubicBezTo>
                    <a:pt x="1443" y="3277"/>
                    <a:pt x="1811" y="2896"/>
                    <a:pt x="2385" y="2896"/>
                  </a:cubicBezTo>
                  <a:lnTo>
                    <a:pt x="2606" y="2896"/>
                  </a:lnTo>
                  <a:lnTo>
                    <a:pt x="2606" y="1193"/>
                  </a:lnTo>
                  <a:lnTo>
                    <a:pt x="2422" y="1193"/>
                  </a:lnTo>
                  <a:cubicBezTo>
                    <a:pt x="930" y="1193"/>
                    <a:pt x="0" y="2261"/>
                    <a:pt x="0" y="3849"/>
                  </a:cubicBezTo>
                  <a:cubicBezTo>
                    <a:pt x="0" y="5514"/>
                    <a:pt x="1101" y="6480"/>
                    <a:pt x="2324" y="6480"/>
                  </a:cubicBezTo>
                  <a:cubicBezTo>
                    <a:pt x="3499" y="6480"/>
                    <a:pt x="4196" y="5845"/>
                    <a:pt x="4636" y="4637"/>
                  </a:cubicBezTo>
                  <a:lnTo>
                    <a:pt x="5065" y="3468"/>
                  </a:lnTo>
                  <a:cubicBezTo>
                    <a:pt x="5260" y="2947"/>
                    <a:pt x="5529" y="2743"/>
                    <a:pt x="5933" y="2743"/>
                  </a:cubicBezTo>
                  <a:cubicBezTo>
                    <a:pt x="6496" y="2743"/>
                    <a:pt x="6826" y="3125"/>
                    <a:pt x="6826" y="3811"/>
                  </a:cubicBezTo>
                  <a:cubicBezTo>
                    <a:pt x="6826" y="4497"/>
                    <a:pt x="6520" y="4917"/>
                    <a:pt x="5872" y="4917"/>
                  </a:cubicBezTo>
                  <a:lnTo>
                    <a:pt x="5578" y="4917"/>
                  </a:lnTo>
                  <a:lnTo>
                    <a:pt x="5578" y="6633"/>
                  </a:lnTo>
                  <a:lnTo>
                    <a:pt x="5860" y="6633"/>
                  </a:lnTo>
                  <a:cubicBezTo>
                    <a:pt x="7352" y="6633"/>
                    <a:pt x="8282" y="5438"/>
                    <a:pt x="8282" y="3811"/>
                  </a:cubicBezTo>
                  <a:moveTo>
                    <a:pt x="1676" y="7753"/>
                  </a:moveTo>
                  <a:lnTo>
                    <a:pt x="122" y="7753"/>
                  </a:lnTo>
                  <a:lnTo>
                    <a:pt x="122" y="13129"/>
                  </a:lnTo>
                  <a:lnTo>
                    <a:pt x="1676" y="13129"/>
                  </a:lnTo>
                  <a:lnTo>
                    <a:pt x="1676" y="11350"/>
                  </a:lnTo>
                  <a:lnTo>
                    <a:pt x="8159" y="11350"/>
                  </a:lnTo>
                  <a:lnTo>
                    <a:pt x="8159" y="9533"/>
                  </a:lnTo>
                  <a:lnTo>
                    <a:pt x="1676" y="9533"/>
                  </a:lnTo>
                  <a:cubicBezTo>
                    <a:pt x="1676" y="9533"/>
                    <a:pt x="1676" y="7753"/>
                    <a:pt x="1676" y="7753"/>
                  </a:cubicBezTo>
                  <a:close/>
                  <a:moveTo>
                    <a:pt x="14978" y="9273"/>
                  </a:moveTo>
                  <a:lnTo>
                    <a:pt x="10331" y="14101"/>
                  </a:lnTo>
                  <a:lnTo>
                    <a:pt x="11660" y="15483"/>
                  </a:lnTo>
                  <a:lnTo>
                    <a:pt x="15965" y="11009"/>
                  </a:lnTo>
                  <a:lnTo>
                    <a:pt x="16978" y="12061"/>
                  </a:lnTo>
                  <a:lnTo>
                    <a:pt x="18307" y="10680"/>
                  </a:lnTo>
                  <a:lnTo>
                    <a:pt x="16952" y="9273"/>
                  </a:lnTo>
                  <a:cubicBezTo>
                    <a:pt x="16407" y="8707"/>
                    <a:pt x="15523" y="8707"/>
                    <a:pt x="14978" y="9273"/>
                  </a:cubicBezTo>
                  <a:moveTo>
                    <a:pt x="12294" y="15483"/>
                  </a:moveTo>
                  <a:lnTo>
                    <a:pt x="10964" y="16864"/>
                  </a:lnTo>
                  <a:lnTo>
                    <a:pt x="12319" y="18271"/>
                  </a:lnTo>
                  <a:cubicBezTo>
                    <a:pt x="12864" y="18838"/>
                    <a:pt x="13748" y="18838"/>
                    <a:pt x="14293" y="18271"/>
                  </a:cubicBezTo>
                  <a:lnTo>
                    <a:pt x="15648" y="16863"/>
                  </a:lnTo>
                  <a:lnTo>
                    <a:pt x="14319" y="15483"/>
                  </a:lnTo>
                  <a:lnTo>
                    <a:pt x="13307" y="16534"/>
                  </a:lnTo>
                  <a:cubicBezTo>
                    <a:pt x="13307" y="16534"/>
                    <a:pt x="12294" y="15483"/>
                    <a:pt x="12294" y="15483"/>
                  </a:cubicBezTo>
                  <a:close/>
                  <a:moveTo>
                    <a:pt x="14953" y="18245"/>
                  </a:moveTo>
                  <a:lnTo>
                    <a:pt x="13623" y="19626"/>
                  </a:lnTo>
                  <a:lnTo>
                    <a:pt x="14978" y="21033"/>
                  </a:lnTo>
                  <a:cubicBezTo>
                    <a:pt x="15523" y="21600"/>
                    <a:pt x="16407" y="21600"/>
                    <a:pt x="16952" y="21033"/>
                  </a:cubicBezTo>
                  <a:lnTo>
                    <a:pt x="18307" y="19626"/>
                  </a:lnTo>
                  <a:lnTo>
                    <a:pt x="16978" y="18245"/>
                  </a:lnTo>
                  <a:lnTo>
                    <a:pt x="15965" y="19296"/>
                  </a:lnTo>
                  <a:cubicBezTo>
                    <a:pt x="15965" y="19296"/>
                    <a:pt x="14953" y="18245"/>
                    <a:pt x="14953" y="18245"/>
                  </a:cubicBezTo>
                  <a:close/>
                  <a:moveTo>
                    <a:pt x="20271" y="15483"/>
                  </a:moveTo>
                  <a:lnTo>
                    <a:pt x="21600" y="14101"/>
                  </a:lnTo>
                  <a:lnTo>
                    <a:pt x="20270" y="12720"/>
                  </a:lnTo>
                  <a:lnTo>
                    <a:pt x="18941" y="14101"/>
                  </a:lnTo>
                  <a:cubicBezTo>
                    <a:pt x="18941" y="14101"/>
                    <a:pt x="20271" y="15483"/>
                    <a:pt x="20271" y="15483"/>
                  </a:cubicBezTo>
                  <a:close/>
                  <a:moveTo>
                    <a:pt x="17637" y="18271"/>
                  </a:moveTo>
                  <a:cubicBezTo>
                    <a:pt x="18182" y="18838"/>
                    <a:pt x="19066" y="18838"/>
                    <a:pt x="19612" y="18271"/>
                  </a:cubicBezTo>
                  <a:lnTo>
                    <a:pt x="20966" y="16864"/>
                  </a:lnTo>
                  <a:lnTo>
                    <a:pt x="19636" y="15483"/>
                  </a:lnTo>
                  <a:lnTo>
                    <a:pt x="18624" y="16534"/>
                  </a:lnTo>
                  <a:lnTo>
                    <a:pt x="17611" y="15483"/>
                  </a:lnTo>
                  <a:lnTo>
                    <a:pt x="16282" y="16863"/>
                  </a:lnTo>
                  <a:cubicBezTo>
                    <a:pt x="16282" y="16863"/>
                    <a:pt x="17637" y="18271"/>
                    <a:pt x="17637" y="18271"/>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grpSp>
      <p:sp>
        <p:nvSpPr>
          <p:cNvPr id="483" name="Shape 483"/>
          <p:cNvSpPr txBox="1">
            <a:spLocks noGrp="1"/>
          </p:cNvSpPr>
          <p:nvPr>
            <p:ph type="sldNum" idx="12"/>
          </p:nvPr>
        </p:nvSpPr>
        <p:spPr>
          <a:xfrm>
            <a:off x="17474063" y="12481869"/>
            <a:ext cx="5689230" cy="461665"/>
          </a:xfrm>
          <a:prstGeom prst="rect">
            <a:avLst/>
          </a:prstGeom>
          <a:noFill/>
          <a:ln>
            <a:noFill/>
          </a:ln>
        </p:spPr>
        <p:txBody>
          <a:bodyPr spcFirstLastPara="1" wrap="square" lIns="45700" tIns="45700" rIns="45700" bIns="45700" anchor="ctr" anchorCtr="0">
            <a:noAutofit/>
          </a:bodyPr>
          <a:lstStyle>
            <a:lvl1pPr marL="0" marR="0" lvl="0" indent="0" algn="r" rtl="0">
              <a:spcBef>
                <a:spcPts val="0"/>
              </a:spcBef>
              <a:buNone/>
              <a:defRPr sz="2400">
                <a:solidFill>
                  <a:srgbClr val="888888"/>
                </a:solidFill>
                <a:latin typeface="Helvetica Neue"/>
                <a:ea typeface="Helvetica Neue"/>
                <a:cs typeface="Helvetica Neue"/>
                <a:sym typeface="Helvetica Neue"/>
              </a:defRPr>
            </a:lvl1pPr>
            <a:lvl2pPr marL="0" marR="0" lvl="1" indent="0" algn="r" rtl="0">
              <a:spcBef>
                <a:spcPts val="0"/>
              </a:spcBef>
              <a:buNone/>
              <a:defRPr sz="2400">
                <a:solidFill>
                  <a:srgbClr val="888888"/>
                </a:solidFill>
                <a:latin typeface="Helvetica Neue"/>
                <a:ea typeface="Helvetica Neue"/>
                <a:cs typeface="Helvetica Neue"/>
                <a:sym typeface="Helvetica Neue"/>
              </a:defRPr>
            </a:lvl2pPr>
            <a:lvl3pPr marL="0" marR="0" lvl="2" indent="0" algn="r" rtl="0">
              <a:spcBef>
                <a:spcPts val="0"/>
              </a:spcBef>
              <a:buNone/>
              <a:defRPr sz="2400">
                <a:solidFill>
                  <a:srgbClr val="888888"/>
                </a:solidFill>
                <a:latin typeface="Helvetica Neue"/>
                <a:ea typeface="Helvetica Neue"/>
                <a:cs typeface="Helvetica Neue"/>
                <a:sym typeface="Helvetica Neue"/>
              </a:defRPr>
            </a:lvl3pPr>
            <a:lvl4pPr marL="0" marR="0" lvl="3" indent="0" algn="r" rtl="0">
              <a:spcBef>
                <a:spcPts val="0"/>
              </a:spcBef>
              <a:buNone/>
              <a:defRPr sz="2400">
                <a:solidFill>
                  <a:srgbClr val="888888"/>
                </a:solidFill>
                <a:latin typeface="Helvetica Neue"/>
                <a:ea typeface="Helvetica Neue"/>
                <a:cs typeface="Helvetica Neue"/>
                <a:sym typeface="Helvetica Neue"/>
              </a:defRPr>
            </a:lvl4pPr>
            <a:lvl5pPr marL="0" marR="0" lvl="4" indent="0" algn="r" rtl="0">
              <a:spcBef>
                <a:spcPts val="0"/>
              </a:spcBef>
              <a:buNone/>
              <a:defRPr sz="2400">
                <a:solidFill>
                  <a:srgbClr val="888888"/>
                </a:solidFill>
                <a:latin typeface="Helvetica Neue"/>
                <a:ea typeface="Helvetica Neue"/>
                <a:cs typeface="Helvetica Neue"/>
                <a:sym typeface="Helvetica Neue"/>
              </a:defRPr>
            </a:lvl5pPr>
            <a:lvl6pPr marL="0" marR="0" lvl="5" indent="0" algn="r" rtl="0">
              <a:spcBef>
                <a:spcPts val="0"/>
              </a:spcBef>
              <a:buNone/>
              <a:defRPr sz="2400">
                <a:solidFill>
                  <a:srgbClr val="888888"/>
                </a:solidFill>
                <a:latin typeface="Helvetica Neue"/>
                <a:ea typeface="Helvetica Neue"/>
                <a:cs typeface="Helvetica Neue"/>
                <a:sym typeface="Helvetica Neue"/>
              </a:defRPr>
            </a:lvl6pPr>
            <a:lvl7pPr marL="0" marR="0" lvl="6" indent="0" algn="r" rtl="0">
              <a:spcBef>
                <a:spcPts val="0"/>
              </a:spcBef>
              <a:buNone/>
              <a:defRPr sz="2400">
                <a:solidFill>
                  <a:srgbClr val="888888"/>
                </a:solidFill>
                <a:latin typeface="Helvetica Neue"/>
                <a:ea typeface="Helvetica Neue"/>
                <a:cs typeface="Helvetica Neue"/>
                <a:sym typeface="Helvetica Neue"/>
              </a:defRPr>
            </a:lvl7pPr>
            <a:lvl8pPr marL="0" marR="0" lvl="7" indent="0" algn="r" rtl="0">
              <a:spcBef>
                <a:spcPts val="0"/>
              </a:spcBef>
              <a:buNone/>
              <a:defRPr sz="2400">
                <a:solidFill>
                  <a:srgbClr val="888888"/>
                </a:solidFill>
                <a:latin typeface="Helvetica Neue"/>
                <a:ea typeface="Helvetica Neue"/>
                <a:cs typeface="Helvetica Neue"/>
                <a:sym typeface="Helvetica Neue"/>
              </a:defRPr>
            </a:lvl8pPr>
            <a:lvl9pPr marL="0" marR="0" lvl="8" indent="0" algn="r" rtl="0">
              <a:spcBef>
                <a:spcPts val="0"/>
              </a:spcBef>
              <a:buNone/>
              <a:defRPr sz="2400">
                <a:solidFill>
                  <a:srgbClr val="888888"/>
                </a:solidFill>
                <a:latin typeface="Helvetica Neue"/>
                <a:ea typeface="Helvetica Neue"/>
                <a:cs typeface="Helvetica Neue"/>
                <a:sym typeface="Helvetica Neue"/>
              </a:defRPr>
            </a:lvl9pPr>
          </a:lstStyle>
          <a:p>
            <a:pPr marL="0" lvl="0" indent="0">
              <a:spcBef>
                <a:spcPts val="0"/>
              </a:spcBef>
              <a:spcAft>
                <a:spcPts val="0"/>
              </a:spcAft>
              <a:buNone/>
            </a:pPr>
            <a:fld id="{00000000-1234-1234-1234-123412341234}" type="slidenum">
              <a:rPr lang="en-AU"/>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matchingName="1_Title Slide">
  <p:cSld name="1_Title Slide">
    <p:bg>
      <p:bgPr>
        <a:solidFill>
          <a:srgbClr val="FEFEFE"/>
        </a:solidFill>
        <a:effectLst/>
      </p:bgPr>
    </p:bg>
    <p:spTree>
      <p:nvGrpSpPr>
        <p:cNvPr id="1" name="Shape 484"/>
        <p:cNvGrpSpPr/>
        <p:nvPr/>
      </p:nvGrpSpPr>
      <p:grpSpPr>
        <a:xfrm>
          <a:off x="0" y="0"/>
          <a:ext cx="0" cy="0"/>
          <a:chOff x="0" y="0"/>
          <a:chExt cx="0" cy="0"/>
        </a:xfrm>
      </p:grpSpPr>
      <p:grpSp>
        <p:nvGrpSpPr>
          <p:cNvPr id="485" name="Shape 485"/>
          <p:cNvGrpSpPr/>
          <p:nvPr/>
        </p:nvGrpSpPr>
        <p:grpSpPr>
          <a:xfrm>
            <a:off x="-3" y="2"/>
            <a:ext cx="24427221" cy="13788992"/>
            <a:chOff x="-2" y="1"/>
            <a:chExt cx="24416088" cy="13788990"/>
          </a:xfrm>
        </p:grpSpPr>
        <p:sp>
          <p:nvSpPr>
            <p:cNvPr id="486" name="Shape 486"/>
            <p:cNvSpPr/>
            <p:nvPr/>
          </p:nvSpPr>
          <p:spPr>
            <a:xfrm>
              <a:off x="-2" y="1"/>
              <a:ext cx="8885319" cy="11018096"/>
            </a:xfrm>
            <a:custGeom>
              <a:avLst/>
              <a:gdLst/>
              <a:ahLst/>
              <a:cxnLst/>
              <a:rect l="0" t="0" r="0" b="0"/>
              <a:pathLst>
                <a:path w="21600" h="21600" extrusionOk="0">
                  <a:moveTo>
                    <a:pt x="8692" y="0"/>
                  </a:moveTo>
                  <a:lnTo>
                    <a:pt x="0" y="3605"/>
                  </a:lnTo>
                  <a:lnTo>
                    <a:pt x="0" y="16802"/>
                  </a:lnTo>
                  <a:lnTo>
                    <a:pt x="7189" y="21600"/>
                  </a:lnTo>
                  <a:lnTo>
                    <a:pt x="21600" y="15622"/>
                  </a:lnTo>
                  <a:lnTo>
                    <a:pt x="17148" y="4519"/>
                  </a:lnTo>
                  <a:lnTo>
                    <a:pt x="10377" y="0"/>
                  </a:lnTo>
                  <a:cubicBezTo>
                    <a:pt x="10377" y="0"/>
                    <a:pt x="8692" y="0"/>
                    <a:pt x="8692" y="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487" name="Shape 487"/>
            <p:cNvSpPr/>
            <p:nvPr/>
          </p:nvSpPr>
          <p:spPr>
            <a:xfrm>
              <a:off x="15408341" y="1"/>
              <a:ext cx="9002571" cy="10918151"/>
            </a:xfrm>
            <a:custGeom>
              <a:avLst/>
              <a:gdLst/>
              <a:ahLst/>
              <a:cxnLst/>
              <a:rect l="0" t="0" r="0" b="0"/>
              <a:pathLst>
                <a:path w="21600" h="21600" extrusionOk="0">
                  <a:moveTo>
                    <a:pt x="11087" y="0"/>
                  </a:moveTo>
                  <a:lnTo>
                    <a:pt x="0" y="8303"/>
                  </a:lnTo>
                  <a:lnTo>
                    <a:pt x="6845" y="15960"/>
                  </a:lnTo>
                  <a:lnTo>
                    <a:pt x="14828" y="21600"/>
                  </a:lnTo>
                  <a:lnTo>
                    <a:pt x="21600" y="16528"/>
                  </a:lnTo>
                  <a:lnTo>
                    <a:pt x="21600" y="7874"/>
                  </a:lnTo>
                  <a:lnTo>
                    <a:pt x="19389" y="5401"/>
                  </a:lnTo>
                  <a:lnTo>
                    <a:pt x="11745" y="0"/>
                  </a:lnTo>
                  <a:cubicBezTo>
                    <a:pt x="11745" y="0"/>
                    <a:pt x="11087" y="0"/>
                    <a:pt x="11087" y="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488" name="Shape 488"/>
            <p:cNvSpPr/>
            <p:nvPr/>
          </p:nvSpPr>
          <p:spPr>
            <a:xfrm>
              <a:off x="-2" y="8395396"/>
              <a:ext cx="8281814" cy="5388425"/>
            </a:xfrm>
            <a:custGeom>
              <a:avLst/>
              <a:gdLst/>
              <a:ahLst/>
              <a:cxnLst/>
              <a:rect l="0" t="0" r="0" b="0"/>
              <a:pathLst>
                <a:path w="21600" h="21600" extrusionOk="0">
                  <a:moveTo>
                    <a:pt x="0" y="15183"/>
                  </a:moveTo>
                  <a:lnTo>
                    <a:pt x="0" y="21600"/>
                  </a:lnTo>
                  <a:lnTo>
                    <a:pt x="19971" y="21600"/>
                  </a:lnTo>
                  <a:lnTo>
                    <a:pt x="21600" y="9328"/>
                  </a:lnTo>
                  <a:lnTo>
                    <a:pt x="5018" y="0"/>
                  </a:lnTo>
                  <a:cubicBezTo>
                    <a:pt x="5018" y="0"/>
                    <a:pt x="0" y="15183"/>
                    <a:pt x="0" y="15183"/>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489" name="Shape 489"/>
            <p:cNvSpPr/>
            <p:nvPr/>
          </p:nvSpPr>
          <p:spPr>
            <a:xfrm>
              <a:off x="22871109" y="3308531"/>
              <a:ext cx="1544974" cy="3853061"/>
            </a:xfrm>
            <a:custGeom>
              <a:avLst/>
              <a:gdLst/>
              <a:ahLst/>
              <a:cxnLst/>
              <a:rect l="0" t="0" r="0" b="0"/>
              <a:pathLst>
                <a:path w="21600" h="21600" extrusionOk="0">
                  <a:moveTo>
                    <a:pt x="0" y="5984"/>
                  </a:moveTo>
                  <a:lnTo>
                    <a:pt x="21600" y="21600"/>
                  </a:lnTo>
                  <a:lnTo>
                    <a:pt x="21600" y="0"/>
                  </a:lnTo>
                  <a:cubicBezTo>
                    <a:pt x="21600" y="0"/>
                    <a:pt x="0" y="5984"/>
                    <a:pt x="0" y="5984"/>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490" name="Shape 490"/>
            <p:cNvSpPr/>
            <p:nvPr/>
          </p:nvSpPr>
          <p:spPr>
            <a:xfrm>
              <a:off x="6593721" y="206784"/>
              <a:ext cx="11176911" cy="10397747"/>
            </a:xfrm>
            <a:custGeom>
              <a:avLst/>
              <a:gdLst/>
              <a:ahLst/>
              <a:cxnLst/>
              <a:rect l="0" t="0" r="0" b="0"/>
              <a:pathLst>
                <a:path w="21600" h="21600" extrusionOk="0">
                  <a:moveTo>
                    <a:pt x="5240" y="18416"/>
                  </a:moveTo>
                  <a:lnTo>
                    <a:pt x="16767" y="21600"/>
                  </a:lnTo>
                  <a:lnTo>
                    <a:pt x="21600" y="8376"/>
                  </a:lnTo>
                  <a:lnTo>
                    <a:pt x="16360" y="3184"/>
                  </a:lnTo>
                  <a:lnTo>
                    <a:pt x="4833" y="0"/>
                  </a:lnTo>
                  <a:lnTo>
                    <a:pt x="0" y="13224"/>
                  </a:lnTo>
                  <a:cubicBezTo>
                    <a:pt x="0" y="13224"/>
                    <a:pt x="5240" y="18416"/>
                    <a:pt x="5240" y="18416"/>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491" name="Shape 491"/>
            <p:cNvSpPr/>
            <p:nvPr/>
          </p:nvSpPr>
          <p:spPr>
            <a:xfrm>
              <a:off x="17684419" y="1"/>
              <a:ext cx="6731667" cy="2384899"/>
            </a:xfrm>
            <a:custGeom>
              <a:avLst/>
              <a:gdLst/>
              <a:ahLst/>
              <a:cxnLst/>
              <a:rect l="0" t="0" r="0" b="0"/>
              <a:pathLst>
                <a:path w="21600" h="21600" extrusionOk="0">
                  <a:moveTo>
                    <a:pt x="0" y="0"/>
                  </a:moveTo>
                  <a:lnTo>
                    <a:pt x="67" y="477"/>
                  </a:lnTo>
                  <a:lnTo>
                    <a:pt x="8072" y="21600"/>
                  </a:lnTo>
                  <a:lnTo>
                    <a:pt x="21600" y="2139"/>
                  </a:lnTo>
                  <a:lnTo>
                    <a:pt x="21600" y="0"/>
                  </a:lnTo>
                  <a:cubicBezTo>
                    <a:pt x="21600" y="0"/>
                    <a:pt x="0" y="0"/>
                    <a:pt x="0" y="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492" name="Shape 492"/>
            <p:cNvSpPr/>
            <p:nvPr/>
          </p:nvSpPr>
          <p:spPr>
            <a:xfrm>
              <a:off x="8400787" y="1"/>
              <a:ext cx="8145594" cy="1652543"/>
            </a:xfrm>
            <a:custGeom>
              <a:avLst/>
              <a:gdLst/>
              <a:ahLst/>
              <a:cxnLst/>
              <a:rect l="0" t="0" r="0" b="0"/>
              <a:pathLst>
                <a:path w="21600" h="21600" extrusionOk="0">
                  <a:moveTo>
                    <a:pt x="0" y="0"/>
                  </a:moveTo>
                  <a:lnTo>
                    <a:pt x="374" y="21600"/>
                  </a:lnTo>
                  <a:lnTo>
                    <a:pt x="21600" y="12817"/>
                  </a:lnTo>
                  <a:lnTo>
                    <a:pt x="21490" y="0"/>
                  </a:lnTo>
                  <a:cubicBezTo>
                    <a:pt x="21490" y="0"/>
                    <a:pt x="0" y="0"/>
                    <a:pt x="0" y="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493" name="Shape 493"/>
            <p:cNvSpPr/>
            <p:nvPr/>
          </p:nvSpPr>
          <p:spPr>
            <a:xfrm>
              <a:off x="-2" y="1"/>
              <a:ext cx="7564505" cy="3274067"/>
            </a:xfrm>
            <a:custGeom>
              <a:avLst/>
              <a:gdLst/>
              <a:ahLst/>
              <a:cxnLst/>
              <a:rect l="0" t="0" r="0" b="0"/>
              <a:pathLst>
                <a:path w="21600" h="21600" extrusionOk="0">
                  <a:moveTo>
                    <a:pt x="0" y="0"/>
                  </a:moveTo>
                  <a:lnTo>
                    <a:pt x="0" y="7734"/>
                  </a:lnTo>
                  <a:lnTo>
                    <a:pt x="12342" y="21600"/>
                  </a:lnTo>
                  <a:lnTo>
                    <a:pt x="21600" y="0"/>
                  </a:lnTo>
                  <a:cubicBezTo>
                    <a:pt x="21600" y="0"/>
                    <a:pt x="0" y="0"/>
                    <a:pt x="0" y="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494" name="Shape 494"/>
            <p:cNvSpPr/>
            <p:nvPr/>
          </p:nvSpPr>
          <p:spPr>
            <a:xfrm>
              <a:off x="5876411" y="8243755"/>
              <a:ext cx="11978712" cy="5534896"/>
            </a:xfrm>
            <a:custGeom>
              <a:avLst/>
              <a:gdLst/>
              <a:ahLst/>
              <a:cxnLst/>
              <a:rect l="0" t="0" r="0" b="0"/>
              <a:pathLst>
                <a:path w="21600" h="21600" extrusionOk="0">
                  <a:moveTo>
                    <a:pt x="5652" y="6736"/>
                  </a:moveTo>
                  <a:lnTo>
                    <a:pt x="0" y="17946"/>
                  </a:lnTo>
                  <a:lnTo>
                    <a:pt x="684" y="21600"/>
                  </a:lnTo>
                  <a:lnTo>
                    <a:pt x="21600" y="21600"/>
                  </a:lnTo>
                  <a:lnTo>
                    <a:pt x="17560" y="0"/>
                  </a:lnTo>
                  <a:cubicBezTo>
                    <a:pt x="17560" y="0"/>
                    <a:pt x="5652" y="6736"/>
                    <a:pt x="5652" y="6736"/>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495" name="Shape 495"/>
            <p:cNvSpPr/>
            <p:nvPr/>
          </p:nvSpPr>
          <p:spPr>
            <a:xfrm>
              <a:off x="24360906" y="13689045"/>
              <a:ext cx="55179" cy="98223"/>
            </a:xfrm>
            <a:custGeom>
              <a:avLst/>
              <a:gdLst/>
              <a:ahLst/>
              <a:cxnLst/>
              <a:rect l="0" t="0" r="0" b="0"/>
              <a:pathLst>
                <a:path w="21600" h="21600" extrusionOk="0">
                  <a:moveTo>
                    <a:pt x="0" y="21600"/>
                  </a:moveTo>
                  <a:lnTo>
                    <a:pt x="21600" y="21600"/>
                  </a:lnTo>
                  <a:lnTo>
                    <a:pt x="21600" y="0"/>
                  </a:lnTo>
                  <a:cubicBezTo>
                    <a:pt x="21600" y="0"/>
                    <a:pt x="0" y="21600"/>
                    <a:pt x="0" y="2160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496" name="Shape 496"/>
            <p:cNvSpPr/>
            <p:nvPr/>
          </p:nvSpPr>
          <p:spPr>
            <a:xfrm>
              <a:off x="14718620" y="8326469"/>
              <a:ext cx="9695741" cy="5462522"/>
            </a:xfrm>
            <a:custGeom>
              <a:avLst/>
              <a:gdLst/>
              <a:ahLst/>
              <a:cxnLst/>
              <a:rect l="0" t="0" r="0" b="0"/>
              <a:pathLst>
                <a:path w="21600" h="21600" extrusionOk="0">
                  <a:moveTo>
                    <a:pt x="6200" y="6653"/>
                  </a:moveTo>
                  <a:lnTo>
                    <a:pt x="0" y="16948"/>
                  </a:lnTo>
                  <a:lnTo>
                    <a:pt x="939" y="21600"/>
                  </a:lnTo>
                  <a:lnTo>
                    <a:pt x="21600" y="21600"/>
                  </a:lnTo>
                  <a:lnTo>
                    <a:pt x="21600" y="0"/>
                  </a:lnTo>
                  <a:cubicBezTo>
                    <a:pt x="21600" y="0"/>
                    <a:pt x="6200" y="6653"/>
                    <a:pt x="6200" y="6653"/>
                  </a:cubicBezTo>
                  <a:close/>
                </a:path>
              </a:pathLst>
            </a:custGeom>
            <a:solidFill>
              <a:srgbClr val="000000"/>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grpSp>
      <p:sp>
        <p:nvSpPr>
          <p:cNvPr id="497" name="Shape 497"/>
          <p:cNvSpPr txBox="1">
            <a:spLocks noGrp="1"/>
          </p:cNvSpPr>
          <p:nvPr>
            <p:ph type="title"/>
          </p:nvPr>
        </p:nvSpPr>
        <p:spPr>
          <a:xfrm>
            <a:off x="2733363" y="4081782"/>
            <a:ext cx="15632335" cy="7005723"/>
          </a:xfrm>
          <a:prstGeom prst="rect">
            <a:avLst/>
          </a:prstGeom>
          <a:noFill/>
          <a:ln>
            <a:noFill/>
          </a:ln>
        </p:spPr>
        <p:txBody>
          <a:bodyPr spcFirstLastPara="1" wrap="square" lIns="91425" tIns="91425" rIns="91425" bIns="91425" anchor="t" anchorCtr="0"/>
          <a:lstStyle>
            <a:lvl1pPr marR="0" lvl="0" algn="l" rtl="0">
              <a:lnSpc>
                <a:spcPct val="104000"/>
              </a:lnSpc>
              <a:spcBef>
                <a:spcPts val="0"/>
              </a:spcBef>
              <a:spcAft>
                <a:spcPts val="0"/>
              </a:spcAft>
              <a:buClr>
                <a:srgbClr val="FEFEFE"/>
              </a:buClr>
              <a:buSzPts val="10000"/>
              <a:buFont typeface="Arial"/>
              <a:buNone/>
              <a:defRPr sz="10000" b="0" i="0" u="none" strike="noStrike" cap="none">
                <a:solidFill>
                  <a:srgbClr val="FEFEFE"/>
                </a:solidFill>
                <a:latin typeface="Arial"/>
                <a:ea typeface="Arial"/>
                <a:cs typeface="Arial"/>
                <a:sym typeface="Arial"/>
              </a:defRPr>
            </a:lvl1pPr>
            <a:lvl2pPr marR="0" lvl="1" algn="l" rtl="0">
              <a:lnSpc>
                <a:spcPct val="104000"/>
              </a:lnSpc>
              <a:spcBef>
                <a:spcPts val="0"/>
              </a:spcBef>
              <a:spcAft>
                <a:spcPts val="0"/>
              </a:spcAft>
              <a:buClr>
                <a:srgbClr val="FEFEFE"/>
              </a:buClr>
              <a:buSzPts val="10000"/>
              <a:buFont typeface="Arial"/>
              <a:buNone/>
              <a:defRPr sz="10000" b="0" i="0" u="none" strike="noStrike" cap="none">
                <a:solidFill>
                  <a:srgbClr val="FEFEFE"/>
                </a:solidFill>
                <a:latin typeface="Arial"/>
                <a:ea typeface="Arial"/>
                <a:cs typeface="Arial"/>
                <a:sym typeface="Arial"/>
              </a:defRPr>
            </a:lvl2pPr>
            <a:lvl3pPr marR="0" lvl="2" algn="l" rtl="0">
              <a:lnSpc>
                <a:spcPct val="104000"/>
              </a:lnSpc>
              <a:spcBef>
                <a:spcPts val="0"/>
              </a:spcBef>
              <a:spcAft>
                <a:spcPts val="0"/>
              </a:spcAft>
              <a:buClr>
                <a:srgbClr val="FEFEFE"/>
              </a:buClr>
              <a:buSzPts val="10000"/>
              <a:buFont typeface="Arial"/>
              <a:buNone/>
              <a:defRPr sz="10000" b="0" i="0" u="none" strike="noStrike" cap="none">
                <a:solidFill>
                  <a:srgbClr val="FEFEFE"/>
                </a:solidFill>
                <a:latin typeface="Arial"/>
                <a:ea typeface="Arial"/>
                <a:cs typeface="Arial"/>
                <a:sym typeface="Arial"/>
              </a:defRPr>
            </a:lvl3pPr>
            <a:lvl4pPr marR="0" lvl="3" algn="l" rtl="0">
              <a:lnSpc>
                <a:spcPct val="104000"/>
              </a:lnSpc>
              <a:spcBef>
                <a:spcPts val="0"/>
              </a:spcBef>
              <a:spcAft>
                <a:spcPts val="0"/>
              </a:spcAft>
              <a:buClr>
                <a:srgbClr val="FEFEFE"/>
              </a:buClr>
              <a:buSzPts val="10000"/>
              <a:buFont typeface="Arial"/>
              <a:buNone/>
              <a:defRPr sz="10000" b="0" i="0" u="none" strike="noStrike" cap="none">
                <a:solidFill>
                  <a:srgbClr val="FEFEFE"/>
                </a:solidFill>
                <a:latin typeface="Arial"/>
                <a:ea typeface="Arial"/>
                <a:cs typeface="Arial"/>
                <a:sym typeface="Arial"/>
              </a:defRPr>
            </a:lvl4pPr>
            <a:lvl5pPr marR="0" lvl="4" algn="l" rtl="0">
              <a:lnSpc>
                <a:spcPct val="104000"/>
              </a:lnSpc>
              <a:spcBef>
                <a:spcPts val="0"/>
              </a:spcBef>
              <a:spcAft>
                <a:spcPts val="0"/>
              </a:spcAft>
              <a:buClr>
                <a:srgbClr val="FEFEFE"/>
              </a:buClr>
              <a:buSzPts val="10000"/>
              <a:buFont typeface="Arial"/>
              <a:buNone/>
              <a:defRPr sz="10000" b="0" i="0" u="none" strike="noStrike" cap="none">
                <a:solidFill>
                  <a:srgbClr val="FEFEFE"/>
                </a:solidFill>
                <a:latin typeface="Arial"/>
                <a:ea typeface="Arial"/>
                <a:cs typeface="Arial"/>
                <a:sym typeface="Arial"/>
              </a:defRPr>
            </a:lvl5pPr>
            <a:lvl6pPr marR="0" lvl="5" algn="l" rtl="0">
              <a:lnSpc>
                <a:spcPct val="104000"/>
              </a:lnSpc>
              <a:spcBef>
                <a:spcPts val="0"/>
              </a:spcBef>
              <a:spcAft>
                <a:spcPts val="0"/>
              </a:spcAft>
              <a:buClr>
                <a:srgbClr val="FEFEFE"/>
              </a:buClr>
              <a:buSzPts val="10000"/>
              <a:buFont typeface="Arial"/>
              <a:buNone/>
              <a:defRPr sz="10000" b="0" i="0" u="none" strike="noStrike" cap="none">
                <a:solidFill>
                  <a:srgbClr val="FEFEFE"/>
                </a:solidFill>
                <a:latin typeface="Arial"/>
                <a:ea typeface="Arial"/>
                <a:cs typeface="Arial"/>
                <a:sym typeface="Arial"/>
              </a:defRPr>
            </a:lvl6pPr>
            <a:lvl7pPr marR="0" lvl="6" algn="l" rtl="0">
              <a:lnSpc>
                <a:spcPct val="104000"/>
              </a:lnSpc>
              <a:spcBef>
                <a:spcPts val="0"/>
              </a:spcBef>
              <a:spcAft>
                <a:spcPts val="0"/>
              </a:spcAft>
              <a:buClr>
                <a:srgbClr val="FEFEFE"/>
              </a:buClr>
              <a:buSzPts val="10000"/>
              <a:buFont typeface="Arial"/>
              <a:buNone/>
              <a:defRPr sz="10000" b="0" i="0" u="none" strike="noStrike" cap="none">
                <a:solidFill>
                  <a:srgbClr val="FEFEFE"/>
                </a:solidFill>
                <a:latin typeface="Arial"/>
                <a:ea typeface="Arial"/>
                <a:cs typeface="Arial"/>
                <a:sym typeface="Arial"/>
              </a:defRPr>
            </a:lvl7pPr>
            <a:lvl8pPr marR="0" lvl="7" algn="l" rtl="0">
              <a:lnSpc>
                <a:spcPct val="104000"/>
              </a:lnSpc>
              <a:spcBef>
                <a:spcPts val="0"/>
              </a:spcBef>
              <a:spcAft>
                <a:spcPts val="0"/>
              </a:spcAft>
              <a:buClr>
                <a:srgbClr val="FEFEFE"/>
              </a:buClr>
              <a:buSzPts val="10000"/>
              <a:buFont typeface="Arial"/>
              <a:buNone/>
              <a:defRPr sz="10000" b="0" i="0" u="none" strike="noStrike" cap="none">
                <a:solidFill>
                  <a:srgbClr val="FEFEFE"/>
                </a:solidFill>
                <a:latin typeface="Arial"/>
                <a:ea typeface="Arial"/>
                <a:cs typeface="Arial"/>
                <a:sym typeface="Arial"/>
              </a:defRPr>
            </a:lvl8pPr>
            <a:lvl9pPr marR="0" lvl="8" algn="l" rtl="0">
              <a:lnSpc>
                <a:spcPct val="104000"/>
              </a:lnSpc>
              <a:spcBef>
                <a:spcPts val="0"/>
              </a:spcBef>
              <a:spcAft>
                <a:spcPts val="0"/>
              </a:spcAft>
              <a:buClr>
                <a:srgbClr val="FEFEFE"/>
              </a:buClr>
              <a:buSzPts val="10000"/>
              <a:buFont typeface="Arial"/>
              <a:buNone/>
              <a:defRPr sz="10000" b="0" i="0" u="none" strike="noStrike" cap="none">
                <a:solidFill>
                  <a:srgbClr val="FEFEFE"/>
                </a:solidFill>
                <a:latin typeface="Arial"/>
                <a:ea typeface="Arial"/>
                <a:cs typeface="Arial"/>
                <a:sym typeface="Arial"/>
              </a:defRPr>
            </a:lvl9pPr>
          </a:lstStyle>
          <a:p>
            <a:endParaRPr/>
          </a:p>
        </p:txBody>
      </p:sp>
      <p:sp>
        <p:nvSpPr>
          <p:cNvPr id="498" name="Shape 498"/>
          <p:cNvSpPr txBox="1">
            <a:spLocks noGrp="1"/>
          </p:cNvSpPr>
          <p:nvPr>
            <p:ph type="body" idx="1"/>
          </p:nvPr>
        </p:nvSpPr>
        <p:spPr>
          <a:xfrm>
            <a:off x="2030416" y="11087503"/>
            <a:ext cx="6897910" cy="2628498"/>
          </a:xfrm>
          <a:prstGeom prst="rect">
            <a:avLst/>
          </a:prstGeom>
          <a:noFill/>
          <a:ln>
            <a:noFill/>
          </a:ln>
        </p:spPr>
        <p:txBody>
          <a:bodyPr spcFirstLastPara="1" wrap="square" lIns="91425" tIns="91425" rIns="91425" bIns="91425" anchor="t" anchorCtr="0"/>
          <a:lstStyle>
            <a:lvl1pPr marL="457200" marR="0" lvl="0" indent="-228600" algn="l" rtl="0">
              <a:lnSpc>
                <a:spcPct val="90000"/>
              </a:lnSpc>
              <a:spcBef>
                <a:spcPts val="2000"/>
              </a:spcBef>
              <a:spcAft>
                <a:spcPts val="0"/>
              </a:spcAft>
              <a:buClr>
                <a:srgbClr val="FEFEFE"/>
              </a:buClr>
              <a:buSzPts val="3000"/>
              <a:buFont typeface="Arial"/>
              <a:buNone/>
              <a:defRPr sz="3000" b="0" i="0" u="none" strike="noStrike" cap="none">
                <a:solidFill>
                  <a:srgbClr val="FEFEFE"/>
                </a:solidFill>
                <a:latin typeface="Arial"/>
                <a:ea typeface="Arial"/>
                <a:cs typeface="Arial"/>
                <a:sym typeface="Arial"/>
              </a:defRPr>
            </a:lvl1pPr>
            <a:lvl2pPr marL="914400" marR="0" lvl="1" indent="-228600" algn="l" rtl="0">
              <a:lnSpc>
                <a:spcPct val="90000"/>
              </a:lnSpc>
              <a:spcBef>
                <a:spcPts val="2000"/>
              </a:spcBef>
              <a:spcAft>
                <a:spcPts val="0"/>
              </a:spcAft>
              <a:buClr>
                <a:srgbClr val="FEFEFE"/>
              </a:buClr>
              <a:buSzPts val="3000"/>
              <a:buFont typeface="Arial"/>
              <a:buNone/>
              <a:defRPr sz="3000" b="0" i="0" u="none" strike="noStrike" cap="none">
                <a:solidFill>
                  <a:srgbClr val="FEFEFE"/>
                </a:solidFill>
                <a:latin typeface="Arial"/>
                <a:ea typeface="Arial"/>
                <a:cs typeface="Arial"/>
                <a:sym typeface="Arial"/>
              </a:defRPr>
            </a:lvl2pPr>
            <a:lvl3pPr marL="1371600" marR="0" lvl="2" indent="-228600" algn="l" rtl="0">
              <a:lnSpc>
                <a:spcPct val="90000"/>
              </a:lnSpc>
              <a:spcBef>
                <a:spcPts val="2000"/>
              </a:spcBef>
              <a:spcAft>
                <a:spcPts val="0"/>
              </a:spcAft>
              <a:buClr>
                <a:srgbClr val="FEFEFE"/>
              </a:buClr>
              <a:buSzPts val="3000"/>
              <a:buFont typeface="Arial"/>
              <a:buNone/>
              <a:defRPr sz="3000" b="0" i="0" u="none" strike="noStrike" cap="none">
                <a:solidFill>
                  <a:srgbClr val="FEFEFE"/>
                </a:solidFill>
                <a:latin typeface="Arial"/>
                <a:ea typeface="Arial"/>
                <a:cs typeface="Arial"/>
                <a:sym typeface="Arial"/>
              </a:defRPr>
            </a:lvl3pPr>
            <a:lvl4pPr marL="1828800" marR="0" lvl="3" indent="-228600" algn="l" rtl="0">
              <a:lnSpc>
                <a:spcPct val="90000"/>
              </a:lnSpc>
              <a:spcBef>
                <a:spcPts val="2000"/>
              </a:spcBef>
              <a:spcAft>
                <a:spcPts val="0"/>
              </a:spcAft>
              <a:buClr>
                <a:srgbClr val="FEFEFE"/>
              </a:buClr>
              <a:buSzPts val="3000"/>
              <a:buFont typeface="Arial"/>
              <a:buNone/>
              <a:defRPr sz="3000" b="0" i="0" u="none" strike="noStrike" cap="none">
                <a:solidFill>
                  <a:srgbClr val="FEFEFE"/>
                </a:solidFill>
                <a:latin typeface="Arial"/>
                <a:ea typeface="Arial"/>
                <a:cs typeface="Arial"/>
                <a:sym typeface="Arial"/>
              </a:defRPr>
            </a:lvl4pPr>
            <a:lvl5pPr marL="2286000" marR="0" lvl="4" indent="-228600" algn="l" rtl="0">
              <a:lnSpc>
                <a:spcPct val="90000"/>
              </a:lnSpc>
              <a:spcBef>
                <a:spcPts val="2000"/>
              </a:spcBef>
              <a:spcAft>
                <a:spcPts val="0"/>
              </a:spcAft>
              <a:buClr>
                <a:srgbClr val="FEFEFE"/>
              </a:buClr>
              <a:buSzPts val="3000"/>
              <a:buFont typeface="Arial"/>
              <a:buNone/>
              <a:defRPr sz="3000" b="0" i="0" u="none" strike="noStrike" cap="none">
                <a:solidFill>
                  <a:srgbClr val="FEFEFE"/>
                </a:solidFill>
                <a:latin typeface="Arial"/>
                <a:ea typeface="Arial"/>
                <a:cs typeface="Arial"/>
                <a:sym typeface="Arial"/>
              </a:defRPr>
            </a:lvl5pPr>
            <a:lvl6pPr marL="2743200" marR="0" lvl="5" indent="-584200" algn="l" rtl="0">
              <a:lnSpc>
                <a:spcPct val="90000"/>
              </a:lnSpc>
              <a:spcBef>
                <a:spcPts val="2000"/>
              </a:spcBef>
              <a:spcAft>
                <a:spcPts val="0"/>
              </a:spcAft>
              <a:buClr>
                <a:srgbClr val="000000"/>
              </a:buClr>
              <a:buSzPts val="5600"/>
              <a:buFont typeface="Arial"/>
              <a:buChar char="•"/>
              <a:defRPr sz="5600" b="0" i="0" u="none" strike="noStrike" cap="none">
                <a:solidFill>
                  <a:srgbClr val="000000"/>
                </a:solidFill>
                <a:latin typeface="Arial"/>
                <a:ea typeface="Arial"/>
                <a:cs typeface="Arial"/>
                <a:sym typeface="Arial"/>
              </a:defRPr>
            </a:lvl6pPr>
            <a:lvl7pPr marL="3200400" marR="0" lvl="6" indent="-584200" algn="l" rtl="0">
              <a:lnSpc>
                <a:spcPct val="90000"/>
              </a:lnSpc>
              <a:spcBef>
                <a:spcPts val="2000"/>
              </a:spcBef>
              <a:spcAft>
                <a:spcPts val="0"/>
              </a:spcAft>
              <a:buClr>
                <a:srgbClr val="000000"/>
              </a:buClr>
              <a:buSzPts val="5600"/>
              <a:buFont typeface="Arial"/>
              <a:buChar char="•"/>
              <a:defRPr sz="5600" b="0" i="0" u="none" strike="noStrike" cap="none">
                <a:solidFill>
                  <a:srgbClr val="000000"/>
                </a:solidFill>
                <a:latin typeface="Arial"/>
                <a:ea typeface="Arial"/>
                <a:cs typeface="Arial"/>
                <a:sym typeface="Arial"/>
              </a:defRPr>
            </a:lvl7pPr>
            <a:lvl8pPr marL="3657600" marR="0" lvl="7" indent="-584200" algn="l" rtl="0">
              <a:lnSpc>
                <a:spcPct val="90000"/>
              </a:lnSpc>
              <a:spcBef>
                <a:spcPts val="2000"/>
              </a:spcBef>
              <a:spcAft>
                <a:spcPts val="0"/>
              </a:spcAft>
              <a:buClr>
                <a:srgbClr val="000000"/>
              </a:buClr>
              <a:buSzPts val="5600"/>
              <a:buFont typeface="Arial"/>
              <a:buChar char="•"/>
              <a:defRPr sz="5600" b="0" i="0" u="none" strike="noStrike" cap="none">
                <a:solidFill>
                  <a:srgbClr val="000000"/>
                </a:solidFill>
                <a:latin typeface="Arial"/>
                <a:ea typeface="Arial"/>
                <a:cs typeface="Arial"/>
                <a:sym typeface="Arial"/>
              </a:defRPr>
            </a:lvl8pPr>
            <a:lvl9pPr marL="4114800" marR="0" lvl="8" indent="-584200" algn="l" rtl="0">
              <a:lnSpc>
                <a:spcPct val="90000"/>
              </a:lnSpc>
              <a:spcBef>
                <a:spcPts val="2000"/>
              </a:spcBef>
              <a:spcAft>
                <a:spcPts val="0"/>
              </a:spcAft>
              <a:buClr>
                <a:srgbClr val="000000"/>
              </a:buClr>
              <a:buSzPts val="5600"/>
              <a:buFont typeface="Arial"/>
              <a:buChar char="•"/>
              <a:defRPr sz="5600" b="0" i="0" u="none" strike="noStrike" cap="none">
                <a:solidFill>
                  <a:srgbClr val="000000"/>
                </a:solidFill>
                <a:latin typeface="Arial"/>
                <a:ea typeface="Arial"/>
                <a:cs typeface="Arial"/>
                <a:sym typeface="Arial"/>
              </a:defRPr>
            </a:lvl9pPr>
          </a:lstStyle>
          <a:p>
            <a:endParaRPr/>
          </a:p>
        </p:txBody>
      </p:sp>
      <p:grpSp>
        <p:nvGrpSpPr>
          <p:cNvPr id="499" name="Shape 499"/>
          <p:cNvGrpSpPr/>
          <p:nvPr/>
        </p:nvGrpSpPr>
        <p:grpSpPr>
          <a:xfrm>
            <a:off x="21607213" y="1442705"/>
            <a:ext cx="1396624" cy="1395987"/>
            <a:chOff x="0" y="0"/>
            <a:chExt cx="1395985" cy="1395985"/>
          </a:xfrm>
        </p:grpSpPr>
        <p:sp>
          <p:nvSpPr>
            <p:cNvPr id="500" name="Shape 500"/>
            <p:cNvSpPr/>
            <p:nvPr/>
          </p:nvSpPr>
          <p:spPr>
            <a:xfrm>
              <a:off x="0" y="0"/>
              <a:ext cx="1395985" cy="139598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000000"/>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501" name="Shape 501"/>
            <p:cNvSpPr/>
            <p:nvPr/>
          </p:nvSpPr>
          <p:spPr>
            <a:xfrm>
              <a:off x="251184" y="256109"/>
              <a:ext cx="920704" cy="880390"/>
            </a:xfrm>
            <a:custGeom>
              <a:avLst/>
              <a:gdLst/>
              <a:ahLst/>
              <a:cxnLst/>
              <a:rect l="0" t="0" r="0" b="0"/>
              <a:pathLst>
                <a:path w="21600" h="21458" extrusionOk="0">
                  <a:moveTo>
                    <a:pt x="16952" y="15509"/>
                  </a:moveTo>
                  <a:lnTo>
                    <a:pt x="21600" y="10680"/>
                  </a:lnTo>
                  <a:lnTo>
                    <a:pt x="20270" y="9299"/>
                  </a:lnTo>
                  <a:lnTo>
                    <a:pt x="15965" y="13772"/>
                  </a:lnTo>
                  <a:lnTo>
                    <a:pt x="14953" y="12721"/>
                  </a:lnTo>
                  <a:lnTo>
                    <a:pt x="13624" y="14101"/>
                  </a:lnTo>
                  <a:lnTo>
                    <a:pt x="14978" y="15509"/>
                  </a:lnTo>
                  <a:cubicBezTo>
                    <a:pt x="15523" y="16075"/>
                    <a:pt x="16407" y="16075"/>
                    <a:pt x="16952" y="15509"/>
                  </a:cubicBezTo>
                  <a:moveTo>
                    <a:pt x="19010" y="6901"/>
                  </a:moveTo>
                  <a:lnTo>
                    <a:pt x="20782" y="5059"/>
                  </a:lnTo>
                  <a:lnTo>
                    <a:pt x="19010" y="3217"/>
                  </a:lnTo>
                  <a:lnTo>
                    <a:pt x="18177" y="4082"/>
                  </a:lnTo>
                  <a:lnTo>
                    <a:pt x="13753" y="4082"/>
                  </a:lnTo>
                  <a:lnTo>
                    <a:pt x="12920" y="3217"/>
                  </a:lnTo>
                  <a:lnTo>
                    <a:pt x="11148" y="5059"/>
                  </a:lnTo>
                  <a:lnTo>
                    <a:pt x="12920" y="6901"/>
                  </a:lnTo>
                  <a:lnTo>
                    <a:pt x="13753" y="6036"/>
                  </a:lnTo>
                  <a:lnTo>
                    <a:pt x="15025" y="6036"/>
                  </a:lnTo>
                  <a:lnTo>
                    <a:pt x="15025" y="8650"/>
                  </a:lnTo>
                  <a:cubicBezTo>
                    <a:pt x="15602" y="8295"/>
                    <a:pt x="16328" y="8294"/>
                    <a:pt x="16905" y="8650"/>
                  </a:cubicBezTo>
                  <a:lnTo>
                    <a:pt x="16905" y="6036"/>
                  </a:lnTo>
                  <a:lnTo>
                    <a:pt x="18177" y="6036"/>
                  </a:lnTo>
                  <a:cubicBezTo>
                    <a:pt x="18177" y="6036"/>
                    <a:pt x="19010" y="6901"/>
                    <a:pt x="19010" y="6901"/>
                  </a:cubicBezTo>
                  <a:close/>
                  <a:moveTo>
                    <a:pt x="15965" y="3684"/>
                  </a:moveTo>
                  <a:lnTo>
                    <a:pt x="17738" y="1843"/>
                  </a:lnTo>
                  <a:lnTo>
                    <a:pt x="15965" y="0"/>
                  </a:lnTo>
                  <a:lnTo>
                    <a:pt x="14192" y="1843"/>
                  </a:lnTo>
                  <a:cubicBezTo>
                    <a:pt x="14192" y="1843"/>
                    <a:pt x="15965" y="3684"/>
                    <a:pt x="15965" y="3684"/>
                  </a:cubicBezTo>
                  <a:close/>
                  <a:moveTo>
                    <a:pt x="11660" y="9299"/>
                  </a:moveTo>
                  <a:lnTo>
                    <a:pt x="10331" y="10680"/>
                  </a:lnTo>
                  <a:lnTo>
                    <a:pt x="11660" y="12061"/>
                  </a:lnTo>
                  <a:lnTo>
                    <a:pt x="12989" y="10680"/>
                  </a:lnTo>
                  <a:cubicBezTo>
                    <a:pt x="12989" y="10680"/>
                    <a:pt x="11660" y="9299"/>
                    <a:pt x="11660" y="9299"/>
                  </a:cubicBezTo>
                  <a:close/>
                  <a:moveTo>
                    <a:pt x="8282" y="17567"/>
                  </a:moveTo>
                  <a:cubicBezTo>
                    <a:pt x="8282" y="15877"/>
                    <a:pt x="7291" y="14733"/>
                    <a:pt x="5701" y="14733"/>
                  </a:cubicBezTo>
                  <a:lnTo>
                    <a:pt x="122" y="14733"/>
                  </a:lnTo>
                  <a:lnTo>
                    <a:pt x="122" y="16550"/>
                  </a:lnTo>
                  <a:lnTo>
                    <a:pt x="5676" y="16550"/>
                  </a:lnTo>
                  <a:cubicBezTo>
                    <a:pt x="6324" y="16550"/>
                    <a:pt x="6728" y="16944"/>
                    <a:pt x="6728" y="17567"/>
                  </a:cubicBezTo>
                  <a:cubicBezTo>
                    <a:pt x="6728" y="18202"/>
                    <a:pt x="6324" y="18583"/>
                    <a:pt x="5676" y="18583"/>
                  </a:cubicBezTo>
                  <a:lnTo>
                    <a:pt x="122" y="18583"/>
                  </a:lnTo>
                  <a:lnTo>
                    <a:pt x="122" y="20401"/>
                  </a:lnTo>
                  <a:lnTo>
                    <a:pt x="5701" y="20401"/>
                  </a:lnTo>
                  <a:cubicBezTo>
                    <a:pt x="7291" y="20401"/>
                    <a:pt x="8282" y="19257"/>
                    <a:pt x="8282" y="17567"/>
                  </a:cubicBezTo>
                  <a:moveTo>
                    <a:pt x="8282" y="3811"/>
                  </a:moveTo>
                  <a:cubicBezTo>
                    <a:pt x="8282" y="2032"/>
                    <a:pt x="7242" y="1015"/>
                    <a:pt x="5762" y="1015"/>
                  </a:cubicBezTo>
                  <a:cubicBezTo>
                    <a:pt x="4282" y="1015"/>
                    <a:pt x="3768" y="2006"/>
                    <a:pt x="3389" y="3049"/>
                  </a:cubicBezTo>
                  <a:lnTo>
                    <a:pt x="3009" y="4091"/>
                  </a:lnTo>
                  <a:cubicBezTo>
                    <a:pt x="2801" y="4663"/>
                    <a:pt x="2447" y="4764"/>
                    <a:pt x="2214" y="4764"/>
                  </a:cubicBezTo>
                  <a:cubicBezTo>
                    <a:pt x="1774" y="4764"/>
                    <a:pt x="1443" y="4434"/>
                    <a:pt x="1443" y="3849"/>
                  </a:cubicBezTo>
                  <a:cubicBezTo>
                    <a:pt x="1443" y="3277"/>
                    <a:pt x="1811" y="2896"/>
                    <a:pt x="2385" y="2896"/>
                  </a:cubicBezTo>
                  <a:lnTo>
                    <a:pt x="2606" y="2896"/>
                  </a:lnTo>
                  <a:lnTo>
                    <a:pt x="2606" y="1193"/>
                  </a:lnTo>
                  <a:lnTo>
                    <a:pt x="2422" y="1193"/>
                  </a:lnTo>
                  <a:cubicBezTo>
                    <a:pt x="930" y="1193"/>
                    <a:pt x="0" y="2261"/>
                    <a:pt x="0" y="3849"/>
                  </a:cubicBezTo>
                  <a:cubicBezTo>
                    <a:pt x="0" y="5514"/>
                    <a:pt x="1101" y="6480"/>
                    <a:pt x="2324" y="6480"/>
                  </a:cubicBezTo>
                  <a:cubicBezTo>
                    <a:pt x="3499" y="6480"/>
                    <a:pt x="4196" y="5845"/>
                    <a:pt x="4636" y="4637"/>
                  </a:cubicBezTo>
                  <a:lnTo>
                    <a:pt x="5065" y="3468"/>
                  </a:lnTo>
                  <a:cubicBezTo>
                    <a:pt x="5260" y="2947"/>
                    <a:pt x="5529" y="2743"/>
                    <a:pt x="5933" y="2743"/>
                  </a:cubicBezTo>
                  <a:cubicBezTo>
                    <a:pt x="6496" y="2743"/>
                    <a:pt x="6826" y="3125"/>
                    <a:pt x="6826" y="3811"/>
                  </a:cubicBezTo>
                  <a:cubicBezTo>
                    <a:pt x="6826" y="4497"/>
                    <a:pt x="6520" y="4917"/>
                    <a:pt x="5872" y="4917"/>
                  </a:cubicBezTo>
                  <a:lnTo>
                    <a:pt x="5578" y="4917"/>
                  </a:lnTo>
                  <a:lnTo>
                    <a:pt x="5578" y="6633"/>
                  </a:lnTo>
                  <a:lnTo>
                    <a:pt x="5860" y="6633"/>
                  </a:lnTo>
                  <a:cubicBezTo>
                    <a:pt x="7352" y="6633"/>
                    <a:pt x="8282" y="5438"/>
                    <a:pt x="8282" y="3811"/>
                  </a:cubicBezTo>
                  <a:moveTo>
                    <a:pt x="1676" y="7753"/>
                  </a:moveTo>
                  <a:lnTo>
                    <a:pt x="122" y="7753"/>
                  </a:lnTo>
                  <a:lnTo>
                    <a:pt x="122" y="13129"/>
                  </a:lnTo>
                  <a:lnTo>
                    <a:pt x="1676" y="13129"/>
                  </a:lnTo>
                  <a:lnTo>
                    <a:pt x="1676" y="11350"/>
                  </a:lnTo>
                  <a:lnTo>
                    <a:pt x="8159" y="11350"/>
                  </a:lnTo>
                  <a:lnTo>
                    <a:pt x="8159" y="9533"/>
                  </a:lnTo>
                  <a:lnTo>
                    <a:pt x="1676" y="9533"/>
                  </a:lnTo>
                  <a:cubicBezTo>
                    <a:pt x="1676" y="9533"/>
                    <a:pt x="1676" y="7753"/>
                    <a:pt x="1676" y="7753"/>
                  </a:cubicBezTo>
                  <a:close/>
                  <a:moveTo>
                    <a:pt x="14978" y="9273"/>
                  </a:moveTo>
                  <a:lnTo>
                    <a:pt x="10331" y="14101"/>
                  </a:lnTo>
                  <a:lnTo>
                    <a:pt x="11660" y="15483"/>
                  </a:lnTo>
                  <a:lnTo>
                    <a:pt x="15965" y="11009"/>
                  </a:lnTo>
                  <a:lnTo>
                    <a:pt x="16978" y="12061"/>
                  </a:lnTo>
                  <a:lnTo>
                    <a:pt x="18307" y="10680"/>
                  </a:lnTo>
                  <a:lnTo>
                    <a:pt x="16952" y="9273"/>
                  </a:lnTo>
                  <a:cubicBezTo>
                    <a:pt x="16407" y="8707"/>
                    <a:pt x="15523" y="8707"/>
                    <a:pt x="14978" y="9273"/>
                  </a:cubicBezTo>
                  <a:moveTo>
                    <a:pt x="12294" y="15483"/>
                  </a:moveTo>
                  <a:lnTo>
                    <a:pt x="10964" y="16864"/>
                  </a:lnTo>
                  <a:lnTo>
                    <a:pt x="12319" y="18271"/>
                  </a:lnTo>
                  <a:cubicBezTo>
                    <a:pt x="12864" y="18838"/>
                    <a:pt x="13748" y="18838"/>
                    <a:pt x="14293" y="18271"/>
                  </a:cubicBezTo>
                  <a:lnTo>
                    <a:pt x="15648" y="16863"/>
                  </a:lnTo>
                  <a:lnTo>
                    <a:pt x="14319" y="15483"/>
                  </a:lnTo>
                  <a:lnTo>
                    <a:pt x="13307" y="16534"/>
                  </a:lnTo>
                  <a:cubicBezTo>
                    <a:pt x="13307" y="16534"/>
                    <a:pt x="12294" y="15483"/>
                    <a:pt x="12294" y="15483"/>
                  </a:cubicBezTo>
                  <a:close/>
                  <a:moveTo>
                    <a:pt x="14953" y="18245"/>
                  </a:moveTo>
                  <a:lnTo>
                    <a:pt x="13623" y="19626"/>
                  </a:lnTo>
                  <a:lnTo>
                    <a:pt x="14978" y="21033"/>
                  </a:lnTo>
                  <a:cubicBezTo>
                    <a:pt x="15523" y="21600"/>
                    <a:pt x="16407" y="21600"/>
                    <a:pt x="16952" y="21033"/>
                  </a:cubicBezTo>
                  <a:lnTo>
                    <a:pt x="18307" y="19626"/>
                  </a:lnTo>
                  <a:lnTo>
                    <a:pt x="16978" y="18245"/>
                  </a:lnTo>
                  <a:lnTo>
                    <a:pt x="15965" y="19296"/>
                  </a:lnTo>
                  <a:cubicBezTo>
                    <a:pt x="15965" y="19296"/>
                    <a:pt x="14953" y="18245"/>
                    <a:pt x="14953" y="18245"/>
                  </a:cubicBezTo>
                  <a:close/>
                  <a:moveTo>
                    <a:pt x="20271" y="15483"/>
                  </a:moveTo>
                  <a:lnTo>
                    <a:pt x="21600" y="14101"/>
                  </a:lnTo>
                  <a:lnTo>
                    <a:pt x="20270" y="12720"/>
                  </a:lnTo>
                  <a:lnTo>
                    <a:pt x="18941" y="14101"/>
                  </a:lnTo>
                  <a:cubicBezTo>
                    <a:pt x="18941" y="14101"/>
                    <a:pt x="20271" y="15483"/>
                    <a:pt x="20271" y="15483"/>
                  </a:cubicBezTo>
                  <a:close/>
                  <a:moveTo>
                    <a:pt x="17637" y="18271"/>
                  </a:moveTo>
                  <a:cubicBezTo>
                    <a:pt x="18182" y="18838"/>
                    <a:pt x="19066" y="18838"/>
                    <a:pt x="19612" y="18271"/>
                  </a:cubicBezTo>
                  <a:lnTo>
                    <a:pt x="20966" y="16864"/>
                  </a:lnTo>
                  <a:lnTo>
                    <a:pt x="19636" y="15483"/>
                  </a:lnTo>
                  <a:lnTo>
                    <a:pt x="18624" y="16534"/>
                  </a:lnTo>
                  <a:lnTo>
                    <a:pt x="17611" y="15483"/>
                  </a:lnTo>
                  <a:lnTo>
                    <a:pt x="16282" y="16863"/>
                  </a:lnTo>
                  <a:cubicBezTo>
                    <a:pt x="16282" y="16863"/>
                    <a:pt x="17637" y="18271"/>
                    <a:pt x="17637" y="18271"/>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grpSp>
      <p:sp>
        <p:nvSpPr>
          <p:cNvPr id="502" name="Shape 502"/>
          <p:cNvSpPr txBox="1">
            <a:spLocks noGrp="1"/>
          </p:cNvSpPr>
          <p:nvPr>
            <p:ph type="sldNum" idx="12"/>
          </p:nvPr>
        </p:nvSpPr>
        <p:spPr>
          <a:xfrm>
            <a:off x="17474063" y="12481869"/>
            <a:ext cx="5689230" cy="461665"/>
          </a:xfrm>
          <a:prstGeom prst="rect">
            <a:avLst/>
          </a:prstGeom>
          <a:noFill/>
          <a:ln>
            <a:noFill/>
          </a:ln>
        </p:spPr>
        <p:txBody>
          <a:bodyPr spcFirstLastPara="1" wrap="square" lIns="45700" tIns="45700" rIns="45700" bIns="45700" anchor="ctr" anchorCtr="0">
            <a:noAutofit/>
          </a:bodyPr>
          <a:lstStyle>
            <a:lvl1pPr marL="0" marR="0" lvl="0" indent="0" algn="r" rtl="0">
              <a:spcBef>
                <a:spcPts val="0"/>
              </a:spcBef>
              <a:buNone/>
              <a:defRPr sz="2400">
                <a:solidFill>
                  <a:srgbClr val="888888"/>
                </a:solidFill>
                <a:latin typeface="Helvetica Neue"/>
                <a:ea typeface="Helvetica Neue"/>
                <a:cs typeface="Helvetica Neue"/>
                <a:sym typeface="Helvetica Neue"/>
              </a:defRPr>
            </a:lvl1pPr>
            <a:lvl2pPr marL="0" marR="0" lvl="1" indent="0" algn="r" rtl="0">
              <a:spcBef>
                <a:spcPts val="0"/>
              </a:spcBef>
              <a:buNone/>
              <a:defRPr sz="2400">
                <a:solidFill>
                  <a:srgbClr val="888888"/>
                </a:solidFill>
                <a:latin typeface="Helvetica Neue"/>
                <a:ea typeface="Helvetica Neue"/>
                <a:cs typeface="Helvetica Neue"/>
                <a:sym typeface="Helvetica Neue"/>
              </a:defRPr>
            </a:lvl2pPr>
            <a:lvl3pPr marL="0" marR="0" lvl="2" indent="0" algn="r" rtl="0">
              <a:spcBef>
                <a:spcPts val="0"/>
              </a:spcBef>
              <a:buNone/>
              <a:defRPr sz="2400">
                <a:solidFill>
                  <a:srgbClr val="888888"/>
                </a:solidFill>
                <a:latin typeface="Helvetica Neue"/>
                <a:ea typeface="Helvetica Neue"/>
                <a:cs typeface="Helvetica Neue"/>
                <a:sym typeface="Helvetica Neue"/>
              </a:defRPr>
            </a:lvl3pPr>
            <a:lvl4pPr marL="0" marR="0" lvl="3" indent="0" algn="r" rtl="0">
              <a:spcBef>
                <a:spcPts val="0"/>
              </a:spcBef>
              <a:buNone/>
              <a:defRPr sz="2400">
                <a:solidFill>
                  <a:srgbClr val="888888"/>
                </a:solidFill>
                <a:latin typeface="Helvetica Neue"/>
                <a:ea typeface="Helvetica Neue"/>
                <a:cs typeface="Helvetica Neue"/>
                <a:sym typeface="Helvetica Neue"/>
              </a:defRPr>
            </a:lvl4pPr>
            <a:lvl5pPr marL="0" marR="0" lvl="4" indent="0" algn="r" rtl="0">
              <a:spcBef>
                <a:spcPts val="0"/>
              </a:spcBef>
              <a:buNone/>
              <a:defRPr sz="2400">
                <a:solidFill>
                  <a:srgbClr val="888888"/>
                </a:solidFill>
                <a:latin typeface="Helvetica Neue"/>
                <a:ea typeface="Helvetica Neue"/>
                <a:cs typeface="Helvetica Neue"/>
                <a:sym typeface="Helvetica Neue"/>
              </a:defRPr>
            </a:lvl5pPr>
            <a:lvl6pPr marL="0" marR="0" lvl="5" indent="0" algn="r" rtl="0">
              <a:spcBef>
                <a:spcPts val="0"/>
              </a:spcBef>
              <a:buNone/>
              <a:defRPr sz="2400">
                <a:solidFill>
                  <a:srgbClr val="888888"/>
                </a:solidFill>
                <a:latin typeface="Helvetica Neue"/>
                <a:ea typeface="Helvetica Neue"/>
                <a:cs typeface="Helvetica Neue"/>
                <a:sym typeface="Helvetica Neue"/>
              </a:defRPr>
            </a:lvl6pPr>
            <a:lvl7pPr marL="0" marR="0" lvl="6" indent="0" algn="r" rtl="0">
              <a:spcBef>
                <a:spcPts val="0"/>
              </a:spcBef>
              <a:buNone/>
              <a:defRPr sz="2400">
                <a:solidFill>
                  <a:srgbClr val="888888"/>
                </a:solidFill>
                <a:latin typeface="Helvetica Neue"/>
                <a:ea typeface="Helvetica Neue"/>
                <a:cs typeface="Helvetica Neue"/>
                <a:sym typeface="Helvetica Neue"/>
              </a:defRPr>
            </a:lvl7pPr>
            <a:lvl8pPr marL="0" marR="0" lvl="7" indent="0" algn="r" rtl="0">
              <a:spcBef>
                <a:spcPts val="0"/>
              </a:spcBef>
              <a:buNone/>
              <a:defRPr sz="2400">
                <a:solidFill>
                  <a:srgbClr val="888888"/>
                </a:solidFill>
                <a:latin typeface="Helvetica Neue"/>
                <a:ea typeface="Helvetica Neue"/>
                <a:cs typeface="Helvetica Neue"/>
                <a:sym typeface="Helvetica Neue"/>
              </a:defRPr>
            </a:lvl8pPr>
            <a:lvl9pPr marL="0" marR="0" lvl="8" indent="0" algn="r" rtl="0">
              <a:spcBef>
                <a:spcPts val="0"/>
              </a:spcBef>
              <a:buNone/>
              <a:defRPr sz="2400">
                <a:solidFill>
                  <a:srgbClr val="888888"/>
                </a:solidFill>
                <a:latin typeface="Helvetica Neue"/>
                <a:ea typeface="Helvetica Neue"/>
                <a:cs typeface="Helvetica Neue"/>
                <a:sym typeface="Helvetica Neue"/>
              </a:defRPr>
            </a:lvl9pPr>
          </a:lstStyle>
          <a:p>
            <a:pPr marL="0" lvl="0" indent="0">
              <a:spcBef>
                <a:spcPts val="0"/>
              </a:spcBef>
              <a:spcAft>
                <a:spcPts val="0"/>
              </a:spcAft>
              <a:buNone/>
            </a:pPr>
            <a:fld id="{00000000-1234-1234-1234-123412341234}" type="slidenum">
              <a:rPr lang="en-AU"/>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matchingName="2_Title Slide">
  <p:cSld name="2_Title Slide">
    <p:bg>
      <p:bgPr>
        <a:solidFill>
          <a:schemeClr val="accent2"/>
        </a:solidFill>
        <a:effectLst/>
      </p:bgPr>
    </p:bg>
    <p:spTree>
      <p:nvGrpSpPr>
        <p:cNvPr id="1" name="Shape 503"/>
        <p:cNvGrpSpPr/>
        <p:nvPr/>
      </p:nvGrpSpPr>
      <p:grpSpPr>
        <a:xfrm>
          <a:off x="0" y="0"/>
          <a:ext cx="0" cy="0"/>
          <a:chOff x="0" y="0"/>
          <a:chExt cx="0" cy="0"/>
        </a:xfrm>
      </p:grpSpPr>
      <p:grpSp>
        <p:nvGrpSpPr>
          <p:cNvPr id="504" name="Shape 504"/>
          <p:cNvGrpSpPr/>
          <p:nvPr/>
        </p:nvGrpSpPr>
        <p:grpSpPr>
          <a:xfrm>
            <a:off x="1791515" y="-2"/>
            <a:ext cx="20578618" cy="13719179"/>
            <a:chOff x="-1" y="-1"/>
            <a:chExt cx="20569239" cy="13719177"/>
          </a:xfrm>
        </p:grpSpPr>
        <p:sp>
          <p:nvSpPr>
            <p:cNvPr id="505" name="Shape 505"/>
            <p:cNvSpPr/>
            <p:nvPr/>
          </p:nvSpPr>
          <p:spPr>
            <a:xfrm>
              <a:off x="20459700" y="11760200"/>
              <a:ext cx="33338" cy="195262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506" name="Shape 506"/>
            <p:cNvSpPr/>
            <p:nvPr/>
          </p:nvSpPr>
          <p:spPr>
            <a:xfrm>
              <a:off x="20535900" y="7861300"/>
              <a:ext cx="33338" cy="1084263"/>
            </a:xfrm>
            <a:custGeom>
              <a:avLst/>
              <a:gdLst/>
              <a:ahLst/>
              <a:cxnLst/>
              <a:rect l="0" t="0" r="0" b="0"/>
              <a:pathLst>
                <a:path w="21600" h="21600" extrusionOk="0">
                  <a:moveTo>
                    <a:pt x="21600" y="21600"/>
                  </a:moveTo>
                  <a:lnTo>
                    <a:pt x="0" y="21600"/>
                  </a:lnTo>
                  <a:lnTo>
                    <a:pt x="0" y="0"/>
                  </a:lnTo>
                  <a:lnTo>
                    <a:pt x="21600" y="0"/>
                  </a:lnTo>
                  <a:cubicBezTo>
                    <a:pt x="21600" y="0"/>
                    <a:pt x="21600" y="21600"/>
                    <a:pt x="2160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507" name="Shape 507"/>
            <p:cNvSpPr/>
            <p:nvPr/>
          </p:nvSpPr>
          <p:spPr>
            <a:xfrm>
              <a:off x="19913600" y="-1"/>
              <a:ext cx="33338" cy="4924426"/>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508" name="Shape 508"/>
            <p:cNvSpPr/>
            <p:nvPr/>
          </p:nvSpPr>
          <p:spPr>
            <a:xfrm>
              <a:off x="17246600" y="11823700"/>
              <a:ext cx="33338" cy="1885950"/>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509" name="Shape 509"/>
            <p:cNvSpPr/>
            <p:nvPr/>
          </p:nvSpPr>
          <p:spPr>
            <a:xfrm>
              <a:off x="17221200" y="7874000"/>
              <a:ext cx="33338" cy="1084263"/>
            </a:xfrm>
            <a:custGeom>
              <a:avLst/>
              <a:gdLst/>
              <a:ahLst/>
              <a:cxnLst/>
              <a:rect l="0" t="0" r="0" b="0"/>
              <a:pathLst>
                <a:path w="21600" h="21600" extrusionOk="0">
                  <a:moveTo>
                    <a:pt x="21600" y="21600"/>
                  </a:moveTo>
                  <a:lnTo>
                    <a:pt x="0" y="21600"/>
                  </a:lnTo>
                  <a:lnTo>
                    <a:pt x="0" y="0"/>
                  </a:lnTo>
                  <a:lnTo>
                    <a:pt x="21600" y="0"/>
                  </a:lnTo>
                  <a:cubicBezTo>
                    <a:pt x="21600" y="0"/>
                    <a:pt x="21600" y="21600"/>
                    <a:pt x="2160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510" name="Shape 510"/>
            <p:cNvSpPr/>
            <p:nvPr/>
          </p:nvSpPr>
          <p:spPr>
            <a:xfrm>
              <a:off x="17233900" y="-1"/>
              <a:ext cx="33338" cy="4927601"/>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511" name="Shape 511"/>
            <p:cNvSpPr/>
            <p:nvPr/>
          </p:nvSpPr>
          <p:spPr>
            <a:xfrm>
              <a:off x="13931900" y="11328400"/>
              <a:ext cx="33338" cy="2389189"/>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512" name="Shape 512"/>
            <p:cNvSpPr/>
            <p:nvPr/>
          </p:nvSpPr>
          <p:spPr>
            <a:xfrm>
              <a:off x="13284200" y="7874000"/>
              <a:ext cx="33338" cy="1084263"/>
            </a:xfrm>
            <a:custGeom>
              <a:avLst/>
              <a:gdLst/>
              <a:ahLst/>
              <a:cxnLst/>
              <a:rect l="0" t="0" r="0" b="0"/>
              <a:pathLst>
                <a:path w="21600" h="21600" extrusionOk="0">
                  <a:moveTo>
                    <a:pt x="21600" y="21600"/>
                  </a:moveTo>
                  <a:lnTo>
                    <a:pt x="0" y="21600"/>
                  </a:lnTo>
                  <a:lnTo>
                    <a:pt x="0" y="0"/>
                  </a:lnTo>
                  <a:lnTo>
                    <a:pt x="21600" y="0"/>
                  </a:lnTo>
                  <a:cubicBezTo>
                    <a:pt x="21600" y="0"/>
                    <a:pt x="21600" y="21600"/>
                    <a:pt x="2160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513" name="Shape 513"/>
            <p:cNvSpPr/>
            <p:nvPr/>
          </p:nvSpPr>
          <p:spPr>
            <a:xfrm>
              <a:off x="13906500" y="-1"/>
              <a:ext cx="33338" cy="4714876"/>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514" name="Shape 514"/>
            <p:cNvSpPr/>
            <p:nvPr/>
          </p:nvSpPr>
          <p:spPr>
            <a:xfrm>
              <a:off x="10579100" y="11823700"/>
              <a:ext cx="33338" cy="1885950"/>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515" name="Shape 515"/>
            <p:cNvSpPr/>
            <p:nvPr/>
          </p:nvSpPr>
          <p:spPr>
            <a:xfrm>
              <a:off x="6794500" y="7874000"/>
              <a:ext cx="33338" cy="1084263"/>
            </a:xfrm>
            <a:custGeom>
              <a:avLst/>
              <a:gdLst/>
              <a:ahLst/>
              <a:cxnLst/>
              <a:rect l="0" t="0" r="0" b="0"/>
              <a:pathLst>
                <a:path w="21600" h="21600" extrusionOk="0">
                  <a:moveTo>
                    <a:pt x="21600" y="21600"/>
                  </a:moveTo>
                  <a:lnTo>
                    <a:pt x="0" y="21600"/>
                  </a:lnTo>
                  <a:lnTo>
                    <a:pt x="0" y="0"/>
                  </a:lnTo>
                  <a:lnTo>
                    <a:pt x="21600" y="0"/>
                  </a:lnTo>
                  <a:cubicBezTo>
                    <a:pt x="21600" y="0"/>
                    <a:pt x="21600" y="21600"/>
                    <a:pt x="2160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516" name="Shape 516"/>
            <p:cNvSpPr/>
            <p:nvPr/>
          </p:nvSpPr>
          <p:spPr>
            <a:xfrm>
              <a:off x="10604500" y="-1"/>
              <a:ext cx="33338" cy="4927601"/>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517" name="Shape 517"/>
            <p:cNvSpPr/>
            <p:nvPr/>
          </p:nvSpPr>
          <p:spPr>
            <a:xfrm>
              <a:off x="7289800" y="11645900"/>
              <a:ext cx="33338" cy="2065339"/>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518" name="Shape 518"/>
            <p:cNvSpPr/>
            <p:nvPr/>
          </p:nvSpPr>
          <p:spPr>
            <a:xfrm>
              <a:off x="7239000" y="7416800"/>
              <a:ext cx="33338" cy="1084263"/>
            </a:xfrm>
            <a:custGeom>
              <a:avLst/>
              <a:gdLst/>
              <a:ahLst/>
              <a:cxnLst/>
              <a:rect l="0" t="0" r="0" b="0"/>
              <a:pathLst>
                <a:path w="21600" h="21600" extrusionOk="0">
                  <a:moveTo>
                    <a:pt x="21600" y="21600"/>
                  </a:moveTo>
                  <a:lnTo>
                    <a:pt x="0" y="21600"/>
                  </a:lnTo>
                  <a:lnTo>
                    <a:pt x="0" y="0"/>
                  </a:lnTo>
                  <a:lnTo>
                    <a:pt x="21600" y="0"/>
                  </a:lnTo>
                  <a:cubicBezTo>
                    <a:pt x="21600" y="0"/>
                    <a:pt x="21600" y="21600"/>
                    <a:pt x="2160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519" name="Shape 519"/>
            <p:cNvSpPr/>
            <p:nvPr/>
          </p:nvSpPr>
          <p:spPr>
            <a:xfrm>
              <a:off x="723899" y="0"/>
              <a:ext cx="33339" cy="4906963"/>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520" name="Shape 520"/>
            <p:cNvSpPr/>
            <p:nvPr/>
          </p:nvSpPr>
          <p:spPr>
            <a:xfrm>
              <a:off x="3047999" y="11734800"/>
              <a:ext cx="33339" cy="1984376"/>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521" name="Shape 521"/>
            <p:cNvSpPr/>
            <p:nvPr/>
          </p:nvSpPr>
          <p:spPr>
            <a:xfrm>
              <a:off x="3733799" y="7848600"/>
              <a:ext cx="33339" cy="1084263"/>
            </a:xfrm>
            <a:custGeom>
              <a:avLst/>
              <a:gdLst/>
              <a:ahLst/>
              <a:cxnLst/>
              <a:rect l="0" t="0" r="0" b="0"/>
              <a:pathLst>
                <a:path w="21600" h="21600" extrusionOk="0">
                  <a:moveTo>
                    <a:pt x="21600" y="21600"/>
                  </a:moveTo>
                  <a:lnTo>
                    <a:pt x="0" y="21600"/>
                  </a:lnTo>
                  <a:lnTo>
                    <a:pt x="0" y="0"/>
                  </a:lnTo>
                  <a:lnTo>
                    <a:pt x="21600" y="0"/>
                  </a:lnTo>
                  <a:cubicBezTo>
                    <a:pt x="21600" y="0"/>
                    <a:pt x="21600" y="21600"/>
                    <a:pt x="2160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522" name="Shape 522"/>
            <p:cNvSpPr/>
            <p:nvPr/>
          </p:nvSpPr>
          <p:spPr>
            <a:xfrm>
              <a:off x="3848099" y="-1"/>
              <a:ext cx="33339" cy="4927601"/>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523" name="Shape 523"/>
            <p:cNvSpPr/>
            <p:nvPr/>
          </p:nvSpPr>
          <p:spPr>
            <a:xfrm>
              <a:off x="673099" y="11811000"/>
              <a:ext cx="33339" cy="1903414"/>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524" name="Shape 524"/>
            <p:cNvSpPr/>
            <p:nvPr/>
          </p:nvSpPr>
          <p:spPr>
            <a:xfrm>
              <a:off x="-1" y="7810500"/>
              <a:ext cx="33339" cy="1084263"/>
            </a:xfrm>
            <a:custGeom>
              <a:avLst/>
              <a:gdLst/>
              <a:ahLst/>
              <a:cxnLst/>
              <a:rect l="0" t="0" r="0" b="0"/>
              <a:pathLst>
                <a:path w="21600" h="21600" extrusionOk="0">
                  <a:moveTo>
                    <a:pt x="21600" y="21600"/>
                  </a:moveTo>
                  <a:lnTo>
                    <a:pt x="0" y="21600"/>
                  </a:lnTo>
                  <a:lnTo>
                    <a:pt x="0" y="0"/>
                  </a:lnTo>
                  <a:lnTo>
                    <a:pt x="21600" y="0"/>
                  </a:lnTo>
                  <a:cubicBezTo>
                    <a:pt x="21600" y="0"/>
                    <a:pt x="21600" y="21600"/>
                    <a:pt x="2160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525" name="Shape 525"/>
            <p:cNvSpPr/>
            <p:nvPr/>
          </p:nvSpPr>
          <p:spPr>
            <a:xfrm>
              <a:off x="647699" y="0"/>
              <a:ext cx="33339" cy="4833939"/>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grpSp>
      <p:sp>
        <p:nvSpPr>
          <p:cNvPr id="526" name="Shape 526"/>
          <p:cNvSpPr txBox="1">
            <a:spLocks noGrp="1"/>
          </p:cNvSpPr>
          <p:nvPr>
            <p:ph type="title"/>
          </p:nvPr>
        </p:nvSpPr>
        <p:spPr>
          <a:xfrm>
            <a:off x="4119040" y="4780151"/>
            <a:ext cx="15632335" cy="8204201"/>
          </a:xfrm>
          <a:prstGeom prst="rect">
            <a:avLst/>
          </a:prstGeom>
          <a:noFill/>
          <a:ln>
            <a:noFill/>
          </a:ln>
        </p:spPr>
        <p:txBody>
          <a:bodyPr spcFirstLastPara="1" wrap="square" lIns="91425" tIns="91425" rIns="91425" bIns="91425" anchor="t" anchorCtr="0"/>
          <a:lstStyle>
            <a:lvl1pPr marR="0" lvl="0" algn="l" rtl="0">
              <a:lnSpc>
                <a:spcPct val="104000"/>
              </a:lnSpc>
              <a:spcBef>
                <a:spcPts val="0"/>
              </a:spcBef>
              <a:spcAft>
                <a:spcPts val="0"/>
              </a:spcAft>
              <a:buClr>
                <a:srgbClr val="FEFEFE"/>
              </a:buClr>
              <a:buSzPts val="10000"/>
              <a:buFont typeface="Arial"/>
              <a:buNone/>
              <a:defRPr sz="10000" b="0" i="0" u="none" strike="noStrike" cap="none">
                <a:solidFill>
                  <a:srgbClr val="FEFEFE"/>
                </a:solidFill>
                <a:latin typeface="Arial"/>
                <a:ea typeface="Arial"/>
                <a:cs typeface="Arial"/>
                <a:sym typeface="Arial"/>
              </a:defRPr>
            </a:lvl1pPr>
            <a:lvl2pPr marR="0" lvl="1" algn="l" rtl="0">
              <a:lnSpc>
                <a:spcPct val="104000"/>
              </a:lnSpc>
              <a:spcBef>
                <a:spcPts val="0"/>
              </a:spcBef>
              <a:spcAft>
                <a:spcPts val="0"/>
              </a:spcAft>
              <a:buClr>
                <a:srgbClr val="FEFEFE"/>
              </a:buClr>
              <a:buSzPts val="10000"/>
              <a:buFont typeface="Arial"/>
              <a:buNone/>
              <a:defRPr sz="10000" b="0" i="0" u="none" strike="noStrike" cap="none">
                <a:solidFill>
                  <a:srgbClr val="FEFEFE"/>
                </a:solidFill>
                <a:latin typeface="Arial"/>
                <a:ea typeface="Arial"/>
                <a:cs typeface="Arial"/>
                <a:sym typeface="Arial"/>
              </a:defRPr>
            </a:lvl2pPr>
            <a:lvl3pPr marR="0" lvl="2" algn="l" rtl="0">
              <a:lnSpc>
                <a:spcPct val="104000"/>
              </a:lnSpc>
              <a:spcBef>
                <a:spcPts val="0"/>
              </a:spcBef>
              <a:spcAft>
                <a:spcPts val="0"/>
              </a:spcAft>
              <a:buClr>
                <a:srgbClr val="FEFEFE"/>
              </a:buClr>
              <a:buSzPts val="10000"/>
              <a:buFont typeface="Arial"/>
              <a:buNone/>
              <a:defRPr sz="10000" b="0" i="0" u="none" strike="noStrike" cap="none">
                <a:solidFill>
                  <a:srgbClr val="FEFEFE"/>
                </a:solidFill>
                <a:latin typeface="Arial"/>
                <a:ea typeface="Arial"/>
                <a:cs typeface="Arial"/>
                <a:sym typeface="Arial"/>
              </a:defRPr>
            </a:lvl3pPr>
            <a:lvl4pPr marR="0" lvl="3" algn="l" rtl="0">
              <a:lnSpc>
                <a:spcPct val="104000"/>
              </a:lnSpc>
              <a:spcBef>
                <a:spcPts val="0"/>
              </a:spcBef>
              <a:spcAft>
                <a:spcPts val="0"/>
              </a:spcAft>
              <a:buClr>
                <a:srgbClr val="FEFEFE"/>
              </a:buClr>
              <a:buSzPts val="10000"/>
              <a:buFont typeface="Arial"/>
              <a:buNone/>
              <a:defRPr sz="10000" b="0" i="0" u="none" strike="noStrike" cap="none">
                <a:solidFill>
                  <a:srgbClr val="FEFEFE"/>
                </a:solidFill>
                <a:latin typeface="Arial"/>
                <a:ea typeface="Arial"/>
                <a:cs typeface="Arial"/>
                <a:sym typeface="Arial"/>
              </a:defRPr>
            </a:lvl4pPr>
            <a:lvl5pPr marR="0" lvl="4" algn="l" rtl="0">
              <a:lnSpc>
                <a:spcPct val="104000"/>
              </a:lnSpc>
              <a:spcBef>
                <a:spcPts val="0"/>
              </a:spcBef>
              <a:spcAft>
                <a:spcPts val="0"/>
              </a:spcAft>
              <a:buClr>
                <a:srgbClr val="FEFEFE"/>
              </a:buClr>
              <a:buSzPts val="10000"/>
              <a:buFont typeface="Arial"/>
              <a:buNone/>
              <a:defRPr sz="10000" b="0" i="0" u="none" strike="noStrike" cap="none">
                <a:solidFill>
                  <a:srgbClr val="FEFEFE"/>
                </a:solidFill>
                <a:latin typeface="Arial"/>
                <a:ea typeface="Arial"/>
                <a:cs typeface="Arial"/>
                <a:sym typeface="Arial"/>
              </a:defRPr>
            </a:lvl5pPr>
            <a:lvl6pPr marR="0" lvl="5" algn="l" rtl="0">
              <a:lnSpc>
                <a:spcPct val="104000"/>
              </a:lnSpc>
              <a:spcBef>
                <a:spcPts val="0"/>
              </a:spcBef>
              <a:spcAft>
                <a:spcPts val="0"/>
              </a:spcAft>
              <a:buClr>
                <a:srgbClr val="FEFEFE"/>
              </a:buClr>
              <a:buSzPts val="10000"/>
              <a:buFont typeface="Arial"/>
              <a:buNone/>
              <a:defRPr sz="10000" b="0" i="0" u="none" strike="noStrike" cap="none">
                <a:solidFill>
                  <a:srgbClr val="FEFEFE"/>
                </a:solidFill>
                <a:latin typeface="Arial"/>
                <a:ea typeface="Arial"/>
                <a:cs typeface="Arial"/>
                <a:sym typeface="Arial"/>
              </a:defRPr>
            </a:lvl6pPr>
            <a:lvl7pPr marR="0" lvl="6" algn="l" rtl="0">
              <a:lnSpc>
                <a:spcPct val="104000"/>
              </a:lnSpc>
              <a:spcBef>
                <a:spcPts val="0"/>
              </a:spcBef>
              <a:spcAft>
                <a:spcPts val="0"/>
              </a:spcAft>
              <a:buClr>
                <a:srgbClr val="FEFEFE"/>
              </a:buClr>
              <a:buSzPts val="10000"/>
              <a:buFont typeface="Arial"/>
              <a:buNone/>
              <a:defRPr sz="10000" b="0" i="0" u="none" strike="noStrike" cap="none">
                <a:solidFill>
                  <a:srgbClr val="FEFEFE"/>
                </a:solidFill>
                <a:latin typeface="Arial"/>
                <a:ea typeface="Arial"/>
                <a:cs typeface="Arial"/>
                <a:sym typeface="Arial"/>
              </a:defRPr>
            </a:lvl7pPr>
            <a:lvl8pPr marR="0" lvl="7" algn="l" rtl="0">
              <a:lnSpc>
                <a:spcPct val="104000"/>
              </a:lnSpc>
              <a:spcBef>
                <a:spcPts val="0"/>
              </a:spcBef>
              <a:spcAft>
                <a:spcPts val="0"/>
              </a:spcAft>
              <a:buClr>
                <a:srgbClr val="FEFEFE"/>
              </a:buClr>
              <a:buSzPts val="10000"/>
              <a:buFont typeface="Arial"/>
              <a:buNone/>
              <a:defRPr sz="10000" b="0" i="0" u="none" strike="noStrike" cap="none">
                <a:solidFill>
                  <a:srgbClr val="FEFEFE"/>
                </a:solidFill>
                <a:latin typeface="Arial"/>
                <a:ea typeface="Arial"/>
                <a:cs typeface="Arial"/>
                <a:sym typeface="Arial"/>
              </a:defRPr>
            </a:lvl8pPr>
            <a:lvl9pPr marR="0" lvl="8" algn="l" rtl="0">
              <a:lnSpc>
                <a:spcPct val="104000"/>
              </a:lnSpc>
              <a:spcBef>
                <a:spcPts val="0"/>
              </a:spcBef>
              <a:spcAft>
                <a:spcPts val="0"/>
              </a:spcAft>
              <a:buClr>
                <a:srgbClr val="FEFEFE"/>
              </a:buClr>
              <a:buSzPts val="10000"/>
              <a:buFont typeface="Arial"/>
              <a:buNone/>
              <a:defRPr sz="10000" b="0" i="0" u="none" strike="noStrike" cap="none">
                <a:solidFill>
                  <a:srgbClr val="FEFEFE"/>
                </a:solidFill>
                <a:latin typeface="Arial"/>
                <a:ea typeface="Arial"/>
                <a:cs typeface="Arial"/>
                <a:sym typeface="Arial"/>
              </a:defRPr>
            </a:lvl9pPr>
          </a:lstStyle>
          <a:p>
            <a:endParaRPr/>
          </a:p>
        </p:txBody>
      </p:sp>
      <p:sp>
        <p:nvSpPr>
          <p:cNvPr id="527" name="Shape 527"/>
          <p:cNvSpPr txBox="1">
            <a:spLocks noGrp="1"/>
          </p:cNvSpPr>
          <p:nvPr>
            <p:ph type="body" idx="1"/>
          </p:nvPr>
        </p:nvSpPr>
        <p:spPr>
          <a:xfrm>
            <a:off x="7637547" y="3408979"/>
            <a:ext cx="4362699" cy="1371172"/>
          </a:xfrm>
          <a:prstGeom prst="rect">
            <a:avLst/>
          </a:prstGeom>
          <a:noFill/>
          <a:ln>
            <a:noFill/>
          </a:ln>
        </p:spPr>
        <p:txBody>
          <a:bodyPr spcFirstLastPara="1" wrap="square" lIns="91425" tIns="91425" rIns="91425" bIns="91425" anchor="t" anchorCtr="0"/>
          <a:lstStyle>
            <a:lvl1pPr marL="457200" marR="0" lvl="0" indent="-228600" algn="l" rtl="0">
              <a:lnSpc>
                <a:spcPct val="90000"/>
              </a:lnSpc>
              <a:spcBef>
                <a:spcPts val="2000"/>
              </a:spcBef>
              <a:spcAft>
                <a:spcPts val="0"/>
              </a:spcAft>
              <a:buClr>
                <a:srgbClr val="FEFEFE"/>
              </a:buClr>
              <a:buSzPts val="3000"/>
              <a:buFont typeface="Arial"/>
              <a:buNone/>
              <a:defRPr sz="3000" b="0" i="0" u="none" strike="noStrike" cap="none">
                <a:solidFill>
                  <a:srgbClr val="FEFEFE"/>
                </a:solidFill>
                <a:latin typeface="Arial"/>
                <a:ea typeface="Arial"/>
                <a:cs typeface="Arial"/>
                <a:sym typeface="Arial"/>
              </a:defRPr>
            </a:lvl1pPr>
            <a:lvl2pPr marL="914400" marR="0" lvl="1" indent="-228600" algn="l" rtl="0">
              <a:lnSpc>
                <a:spcPct val="90000"/>
              </a:lnSpc>
              <a:spcBef>
                <a:spcPts val="2000"/>
              </a:spcBef>
              <a:spcAft>
                <a:spcPts val="0"/>
              </a:spcAft>
              <a:buClr>
                <a:srgbClr val="FEFEFE"/>
              </a:buClr>
              <a:buSzPts val="3000"/>
              <a:buFont typeface="Arial"/>
              <a:buNone/>
              <a:defRPr sz="3000" b="0" i="0" u="none" strike="noStrike" cap="none">
                <a:solidFill>
                  <a:srgbClr val="FEFEFE"/>
                </a:solidFill>
                <a:latin typeface="Arial"/>
                <a:ea typeface="Arial"/>
                <a:cs typeface="Arial"/>
                <a:sym typeface="Arial"/>
              </a:defRPr>
            </a:lvl2pPr>
            <a:lvl3pPr marL="1371600" marR="0" lvl="2" indent="-228600" algn="l" rtl="0">
              <a:lnSpc>
                <a:spcPct val="90000"/>
              </a:lnSpc>
              <a:spcBef>
                <a:spcPts val="2000"/>
              </a:spcBef>
              <a:spcAft>
                <a:spcPts val="0"/>
              </a:spcAft>
              <a:buClr>
                <a:srgbClr val="FEFEFE"/>
              </a:buClr>
              <a:buSzPts val="3000"/>
              <a:buFont typeface="Arial"/>
              <a:buNone/>
              <a:defRPr sz="3000" b="0" i="0" u="none" strike="noStrike" cap="none">
                <a:solidFill>
                  <a:srgbClr val="FEFEFE"/>
                </a:solidFill>
                <a:latin typeface="Arial"/>
                <a:ea typeface="Arial"/>
                <a:cs typeface="Arial"/>
                <a:sym typeface="Arial"/>
              </a:defRPr>
            </a:lvl3pPr>
            <a:lvl4pPr marL="1828800" marR="0" lvl="3" indent="-228600" algn="l" rtl="0">
              <a:lnSpc>
                <a:spcPct val="90000"/>
              </a:lnSpc>
              <a:spcBef>
                <a:spcPts val="2000"/>
              </a:spcBef>
              <a:spcAft>
                <a:spcPts val="0"/>
              </a:spcAft>
              <a:buClr>
                <a:srgbClr val="FEFEFE"/>
              </a:buClr>
              <a:buSzPts val="3000"/>
              <a:buFont typeface="Arial"/>
              <a:buNone/>
              <a:defRPr sz="3000" b="0" i="0" u="none" strike="noStrike" cap="none">
                <a:solidFill>
                  <a:srgbClr val="FEFEFE"/>
                </a:solidFill>
                <a:latin typeface="Arial"/>
                <a:ea typeface="Arial"/>
                <a:cs typeface="Arial"/>
                <a:sym typeface="Arial"/>
              </a:defRPr>
            </a:lvl4pPr>
            <a:lvl5pPr marL="2286000" marR="0" lvl="4" indent="-228600" algn="l" rtl="0">
              <a:lnSpc>
                <a:spcPct val="90000"/>
              </a:lnSpc>
              <a:spcBef>
                <a:spcPts val="2000"/>
              </a:spcBef>
              <a:spcAft>
                <a:spcPts val="0"/>
              </a:spcAft>
              <a:buClr>
                <a:srgbClr val="FEFEFE"/>
              </a:buClr>
              <a:buSzPts val="3000"/>
              <a:buFont typeface="Arial"/>
              <a:buNone/>
              <a:defRPr sz="3000" b="0" i="0" u="none" strike="noStrike" cap="none">
                <a:solidFill>
                  <a:srgbClr val="FEFEFE"/>
                </a:solidFill>
                <a:latin typeface="Arial"/>
                <a:ea typeface="Arial"/>
                <a:cs typeface="Arial"/>
                <a:sym typeface="Arial"/>
              </a:defRPr>
            </a:lvl5pPr>
            <a:lvl6pPr marL="2743200" marR="0" lvl="5" indent="-584200" algn="l" rtl="0">
              <a:lnSpc>
                <a:spcPct val="90000"/>
              </a:lnSpc>
              <a:spcBef>
                <a:spcPts val="2000"/>
              </a:spcBef>
              <a:spcAft>
                <a:spcPts val="0"/>
              </a:spcAft>
              <a:buClr>
                <a:srgbClr val="000000"/>
              </a:buClr>
              <a:buSzPts val="5600"/>
              <a:buFont typeface="Arial"/>
              <a:buChar char="•"/>
              <a:defRPr sz="5600" b="0" i="0" u="none" strike="noStrike" cap="none">
                <a:solidFill>
                  <a:srgbClr val="000000"/>
                </a:solidFill>
                <a:latin typeface="Arial"/>
                <a:ea typeface="Arial"/>
                <a:cs typeface="Arial"/>
                <a:sym typeface="Arial"/>
              </a:defRPr>
            </a:lvl6pPr>
            <a:lvl7pPr marL="3200400" marR="0" lvl="6" indent="-584200" algn="l" rtl="0">
              <a:lnSpc>
                <a:spcPct val="90000"/>
              </a:lnSpc>
              <a:spcBef>
                <a:spcPts val="2000"/>
              </a:spcBef>
              <a:spcAft>
                <a:spcPts val="0"/>
              </a:spcAft>
              <a:buClr>
                <a:srgbClr val="000000"/>
              </a:buClr>
              <a:buSzPts val="5600"/>
              <a:buFont typeface="Arial"/>
              <a:buChar char="•"/>
              <a:defRPr sz="5600" b="0" i="0" u="none" strike="noStrike" cap="none">
                <a:solidFill>
                  <a:srgbClr val="000000"/>
                </a:solidFill>
                <a:latin typeface="Arial"/>
                <a:ea typeface="Arial"/>
                <a:cs typeface="Arial"/>
                <a:sym typeface="Arial"/>
              </a:defRPr>
            </a:lvl7pPr>
            <a:lvl8pPr marL="3657600" marR="0" lvl="7" indent="-584200" algn="l" rtl="0">
              <a:lnSpc>
                <a:spcPct val="90000"/>
              </a:lnSpc>
              <a:spcBef>
                <a:spcPts val="2000"/>
              </a:spcBef>
              <a:spcAft>
                <a:spcPts val="0"/>
              </a:spcAft>
              <a:buClr>
                <a:srgbClr val="000000"/>
              </a:buClr>
              <a:buSzPts val="5600"/>
              <a:buFont typeface="Arial"/>
              <a:buChar char="•"/>
              <a:defRPr sz="5600" b="0" i="0" u="none" strike="noStrike" cap="none">
                <a:solidFill>
                  <a:srgbClr val="000000"/>
                </a:solidFill>
                <a:latin typeface="Arial"/>
                <a:ea typeface="Arial"/>
                <a:cs typeface="Arial"/>
                <a:sym typeface="Arial"/>
              </a:defRPr>
            </a:lvl8pPr>
            <a:lvl9pPr marL="4114800" marR="0" lvl="8" indent="-584200" algn="l" rtl="0">
              <a:lnSpc>
                <a:spcPct val="90000"/>
              </a:lnSpc>
              <a:spcBef>
                <a:spcPts val="2000"/>
              </a:spcBef>
              <a:spcAft>
                <a:spcPts val="0"/>
              </a:spcAft>
              <a:buClr>
                <a:srgbClr val="000000"/>
              </a:buClr>
              <a:buSzPts val="5600"/>
              <a:buFont typeface="Arial"/>
              <a:buChar char="•"/>
              <a:defRPr sz="5600" b="0" i="0" u="none" strike="noStrike" cap="none">
                <a:solidFill>
                  <a:srgbClr val="000000"/>
                </a:solidFill>
                <a:latin typeface="Arial"/>
                <a:ea typeface="Arial"/>
                <a:cs typeface="Arial"/>
                <a:sym typeface="Arial"/>
              </a:defRPr>
            </a:lvl9pPr>
          </a:lstStyle>
          <a:p>
            <a:endParaRPr/>
          </a:p>
        </p:txBody>
      </p:sp>
      <p:grpSp>
        <p:nvGrpSpPr>
          <p:cNvPr id="528" name="Shape 528"/>
          <p:cNvGrpSpPr/>
          <p:nvPr/>
        </p:nvGrpSpPr>
        <p:grpSpPr>
          <a:xfrm>
            <a:off x="2086634" y="10441163"/>
            <a:ext cx="1396624" cy="1395987"/>
            <a:chOff x="0" y="0"/>
            <a:chExt cx="1395985" cy="1395985"/>
          </a:xfrm>
        </p:grpSpPr>
        <p:sp>
          <p:nvSpPr>
            <p:cNvPr id="529" name="Shape 529"/>
            <p:cNvSpPr/>
            <p:nvPr/>
          </p:nvSpPr>
          <p:spPr>
            <a:xfrm>
              <a:off x="0" y="0"/>
              <a:ext cx="1395985" cy="139598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000000"/>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530" name="Shape 530"/>
            <p:cNvSpPr/>
            <p:nvPr/>
          </p:nvSpPr>
          <p:spPr>
            <a:xfrm>
              <a:off x="251184" y="256109"/>
              <a:ext cx="920704" cy="880390"/>
            </a:xfrm>
            <a:custGeom>
              <a:avLst/>
              <a:gdLst/>
              <a:ahLst/>
              <a:cxnLst/>
              <a:rect l="0" t="0" r="0" b="0"/>
              <a:pathLst>
                <a:path w="21600" h="21458" extrusionOk="0">
                  <a:moveTo>
                    <a:pt x="16952" y="15509"/>
                  </a:moveTo>
                  <a:lnTo>
                    <a:pt x="21600" y="10680"/>
                  </a:lnTo>
                  <a:lnTo>
                    <a:pt x="20270" y="9299"/>
                  </a:lnTo>
                  <a:lnTo>
                    <a:pt x="15965" y="13772"/>
                  </a:lnTo>
                  <a:lnTo>
                    <a:pt x="14953" y="12721"/>
                  </a:lnTo>
                  <a:lnTo>
                    <a:pt x="13624" y="14101"/>
                  </a:lnTo>
                  <a:lnTo>
                    <a:pt x="14978" y="15509"/>
                  </a:lnTo>
                  <a:cubicBezTo>
                    <a:pt x="15523" y="16075"/>
                    <a:pt x="16407" y="16075"/>
                    <a:pt x="16952" y="15509"/>
                  </a:cubicBezTo>
                  <a:moveTo>
                    <a:pt x="19010" y="6901"/>
                  </a:moveTo>
                  <a:lnTo>
                    <a:pt x="20782" y="5059"/>
                  </a:lnTo>
                  <a:lnTo>
                    <a:pt x="19010" y="3217"/>
                  </a:lnTo>
                  <a:lnTo>
                    <a:pt x="18177" y="4082"/>
                  </a:lnTo>
                  <a:lnTo>
                    <a:pt x="13753" y="4082"/>
                  </a:lnTo>
                  <a:lnTo>
                    <a:pt x="12920" y="3217"/>
                  </a:lnTo>
                  <a:lnTo>
                    <a:pt x="11148" y="5059"/>
                  </a:lnTo>
                  <a:lnTo>
                    <a:pt x="12920" y="6901"/>
                  </a:lnTo>
                  <a:lnTo>
                    <a:pt x="13753" y="6036"/>
                  </a:lnTo>
                  <a:lnTo>
                    <a:pt x="15025" y="6036"/>
                  </a:lnTo>
                  <a:lnTo>
                    <a:pt x="15025" y="8650"/>
                  </a:lnTo>
                  <a:cubicBezTo>
                    <a:pt x="15602" y="8295"/>
                    <a:pt x="16328" y="8294"/>
                    <a:pt x="16905" y="8650"/>
                  </a:cubicBezTo>
                  <a:lnTo>
                    <a:pt x="16905" y="6036"/>
                  </a:lnTo>
                  <a:lnTo>
                    <a:pt x="18177" y="6036"/>
                  </a:lnTo>
                  <a:cubicBezTo>
                    <a:pt x="18177" y="6036"/>
                    <a:pt x="19010" y="6901"/>
                    <a:pt x="19010" y="6901"/>
                  </a:cubicBezTo>
                  <a:close/>
                  <a:moveTo>
                    <a:pt x="15965" y="3684"/>
                  </a:moveTo>
                  <a:lnTo>
                    <a:pt x="17738" y="1843"/>
                  </a:lnTo>
                  <a:lnTo>
                    <a:pt x="15965" y="0"/>
                  </a:lnTo>
                  <a:lnTo>
                    <a:pt x="14192" y="1843"/>
                  </a:lnTo>
                  <a:cubicBezTo>
                    <a:pt x="14192" y="1843"/>
                    <a:pt x="15965" y="3684"/>
                    <a:pt x="15965" y="3684"/>
                  </a:cubicBezTo>
                  <a:close/>
                  <a:moveTo>
                    <a:pt x="11660" y="9299"/>
                  </a:moveTo>
                  <a:lnTo>
                    <a:pt x="10331" y="10680"/>
                  </a:lnTo>
                  <a:lnTo>
                    <a:pt x="11660" y="12061"/>
                  </a:lnTo>
                  <a:lnTo>
                    <a:pt x="12989" y="10680"/>
                  </a:lnTo>
                  <a:cubicBezTo>
                    <a:pt x="12989" y="10680"/>
                    <a:pt x="11660" y="9299"/>
                    <a:pt x="11660" y="9299"/>
                  </a:cubicBezTo>
                  <a:close/>
                  <a:moveTo>
                    <a:pt x="8282" y="17567"/>
                  </a:moveTo>
                  <a:cubicBezTo>
                    <a:pt x="8282" y="15877"/>
                    <a:pt x="7291" y="14733"/>
                    <a:pt x="5701" y="14733"/>
                  </a:cubicBezTo>
                  <a:lnTo>
                    <a:pt x="122" y="14733"/>
                  </a:lnTo>
                  <a:lnTo>
                    <a:pt x="122" y="16550"/>
                  </a:lnTo>
                  <a:lnTo>
                    <a:pt x="5676" y="16550"/>
                  </a:lnTo>
                  <a:cubicBezTo>
                    <a:pt x="6324" y="16550"/>
                    <a:pt x="6728" y="16944"/>
                    <a:pt x="6728" y="17567"/>
                  </a:cubicBezTo>
                  <a:cubicBezTo>
                    <a:pt x="6728" y="18202"/>
                    <a:pt x="6324" y="18583"/>
                    <a:pt x="5676" y="18583"/>
                  </a:cubicBezTo>
                  <a:lnTo>
                    <a:pt x="122" y="18583"/>
                  </a:lnTo>
                  <a:lnTo>
                    <a:pt x="122" y="20401"/>
                  </a:lnTo>
                  <a:lnTo>
                    <a:pt x="5701" y="20401"/>
                  </a:lnTo>
                  <a:cubicBezTo>
                    <a:pt x="7291" y="20401"/>
                    <a:pt x="8282" y="19257"/>
                    <a:pt x="8282" y="17567"/>
                  </a:cubicBezTo>
                  <a:moveTo>
                    <a:pt x="8282" y="3811"/>
                  </a:moveTo>
                  <a:cubicBezTo>
                    <a:pt x="8282" y="2032"/>
                    <a:pt x="7242" y="1015"/>
                    <a:pt x="5762" y="1015"/>
                  </a:cubicBezTo>
                  <a:cubicBezTo>
                    <a:pt x="4282" y="1015"/>
                    <a:pt x="3768" y="2006"/>
                    <a:pt x="3389" y="3049"/>
                  </a:cubicBezTo>
                  <a:lnTo>
                    <a:pt x="3009" y="4091"/>
                  </a:lnTo>
                  <a:cubicBezTo>
                    <a:pt x="2801" y="4663"/>
                    <a:pt x="2447" y="4764"/>
                    <a:pt x="2214" y="4764"/>
                  </a:cubicBezTo>
                  <a:cubicBezTo>
                    <a:pt x="1774" y="4764"/>
                    <a:pt x="1443" y="4434"/>
                    <a:pt x="1443" y="3849"/>
                  </a:cubicBezTo>
                  <a:cubicBezTo>
                    <a:pt x="1443" y="3277"/>
                    <a:pt x="1811" y="2896"/>
                    <a:pt x="2385" y="2896"/>
                  </a:cubicBezTo>
                  <a:lnTo>
                    <a:pt x="2606" y="2896"/>
                  </a:lnTo>
                  <a:lnTo>
                    <a:pt x="2606" y="1193"/>
                  </a:lnTo>
                  <a:lnTo>
                    <a:pt x="2422" y="1193"/>
                  </a:lnTo>
                  <a:cubicBezTo>
                    <a:pt x="930" y="1193"/>
                    <a:pt x="0" y="2261"/>
                    <a:pt x="0" y="3849"/>
                  </a:cubicBezTo>
                  <a:cubicBezTo>
                    <a:pt x="0" y="5514"/>
                    <a:pt x="1101" y="6480"/>
                    <a:pt x="2324" y="6480"/>
                  </a:cubicBezTo>
                  <a:cubicBezTo>
                    <a:pt x="3499" y="6480"/>
                    <a:pt x="4196" y="5845"/>
                    <a:pt x="4636" y="4637"/>
                  </a:cubicBezTo>
                  <a:lnTo>
                    <a:pt x="5065" y="3468"/>
                  </a:lnTo>
                  <a:cubicBezTo>
                    <a:pt x="5260" y="2947"/>
                    <a:pt x="5529" y="2743"/>
                    <a:pt x="5933" y="2743"/>
                  </a:cubicBezTo>
                  <a:cubicBezTo>
                    <a:pt x="6496" y="2743"/>
                    <a:pt x="6826" y="3125"/>
                    <a:pt x="6826" y="3811"/>
                  </a:cubicBezTo>
                  <a:cubicBezTo>
                    <a:pt x="6826" y="4497"/>
                    <a:pt x="6520" y="4917"/>
                    <a:pt x="5872" y="4917"/>
                  </a:cubicBezTo>
                  <a:lnTo>
                    <a:pt x="5578" y="4917"/>
                  </a:lnTo>
                  <a:lnTo>
                    <a:pt x="5578" y="6633"/>
                  </a:lnTo>
                  <a:lnTo>
                    <a:pt x="5860" y="6633"/>
                  </a:lnTo>
                  <a:cubicBezTo>
                    <a:pt x="7352" y="6633"/>
                    <a:pt x="8282" y="5438"/>
                    <a:pt x="8282" y="3811"/>
                  </a:cubicBezTo>
                  <a:moveTo>
                    <a:pt x="1676" y="7753"/>
                  </a:moveTo>
                  <a:lnTo>
                    <a:pt x="122" y="7753"/>
                  </a:lnTo>
                  <a:lnTo>
                    <a:pt x="122" y="13129"/>
                  </a:lnTo>
                  <a:lnTo>
                    <a:pt x="1676" y="13129"/>
                  </a:lnTo>
                  <a:lnTo>
                    <a:pt x="1676" y="11350"/>
                  </a:lnTo>
                  <a:lnTo>
                    <a:pt x="8159" y="11350"/>
                  </a:lnTo>
                  <a:lnTo>
                    <a:pt x="8159" y="9533"/>
                  </a:lnTo>
                  <a:lnTo>
                    <a:pt x="1676" y="9533"/>
                  </a:lnTo>
                  <a:cubicBezTo>
                    <a:pt x="1676" y="9533"/>
                    <a:pt x="1676" y="7753"/>
                    <a:pt x="1676" y="7753"/>
                  </a:cubicBezTo>
                  <a:close/>
                  <a:moveTo>
                    <a:pt x="14978" y="9273"/>
                  </a:moveTo>
                  <a:lnTo>
                    <a:pt x="10331" y="14101"/>
                  </a:lnTo>
                  <a:lnTo>
                    <a:pt x="11660" y="15483"/>
                  </a:lnTo>
                  <a:lnTo>
                    <a:pt x="15965" y="11009"/>
                  </a:lnTo>
                  <a:lnTo>
                    <a:pt x="16978" y="12061"/>
                  </a:lnTo>
                  <a:lnTo>
                    <a:pt x="18307" y="10680"/>
                  </a:lnTo>
                  <a:lnTo>
                    <a:pt x="16952" y="9273"/>
                  </a:lnTo>
                  <a:cubicBezTo>
                    <a:pt x="16407" y="8707"/>
                    <a:pt x="15523" y="8707"/>
                    <a:pt x="14978" y="9273"/>
                  </a:cubicBezTo>
                  <a:moveTo>
                    <a:pt x="12294" y="15483"/>
                  </a:moveTo>
                  <a:lnTo>
                    <a:pt x="10964" y="16864"/>
                  </a:lnTo>
                  <a:lnTo>
                    <a:pt x="12319" y="18271"/>
                  </a:lnTo>
                  <a:cubicBezTo>
                    <a:pt x="12864" y="18838"/>
                    <a:pt x="13748" y="18838"/>
                    <a:pt x="14293" y="18271"/>
                  </a:cubicBezTo>
                  <a:lnTo>
                    <a:pt x="15648" y="16863"/>
                  </a:lnTo>
                  <a:lnTo>
                    <a:pt x="14319" y="15483"/>
                  </a:lnTo>
                  <a:lnTo>
                    <a:pt x="13307" y="16534"/>
                  </a:lnTo>
                  <a:cubicBezTo>
                    <a:pt x="13307" y="16534"/>
                    <a:pt x="12294" y="15483"/>
                    <a:pt x="12294" y="15483"/>
                  </a:cubicBezTo>
                  <a:close/>
                  <a:moveTo>
                    <a:pt x="14953" y="18245"/>
                  </a:moveTo>
                  <a:lnTo>
                    <a:pt x="13623" y="19626"/>
                  </a:lnTo>
                  <a:lnTo>
                    <a:pt x="14978" y="21033"/>
                  </a:lnTo>
                  <a:cubicBezTo>
                    <a:pt x="15523" y="21600"/>
                    <a:pt x="16407" y="21600"/>
                    <a:pt x="16952" y="21033"/>
                  </a:cubicBezTo>
                  <a:lnTo>
                    <a:pt x="18307" y="19626"/>
                  </a:lnTo>
                  <a:lnTo>
                    <a:pt x="16978" y="18245"/>
                  </a:lnTo>
                  <a:lnTo>
                    <a:pt x="15965" y="19296"/>
                  </a:lnTo>
                  <a:cubicBezTo>
                    <a:pt x="15965" y="19296"/>
                    <a:pt x="14953" y="18245"/>
                    <a:pt x="14953" y="18245"/>
                  </a:cubicBezTo>
                  <a:close/>
                  <a:moveTo>
                    <a:pt x="20271" y="15483"/>
                  </a:moveTo>
                  <a:lnTo>
                    <a:pt x="21600" y="14101"/>
                  </a:lnTo>
                  <a:lnTo>
                    <a:pt x="20270" y="12720"/>
                  </a:lnTo>
                  <a:lnTo>
                    <a:pt x="18941" y="14101"/>
                  </a:lnTo>
                  <a:cubicBezTo>
                    <a:pt x="18941" y="14101"/>
                    <a:pt x="20271" y="15483"/>
                    <a:pt x="20271" y="15483"/>
                  </a:cubicBezTo>
                  <a:close/>
                  <a:moveTo>
                    <a:pt x="17637" y="18271"/>
                  </a:moveTo>
                  <a:cubicBezTo>
                    <a:pt x="18182" y="18838"/>
                    <a:pt x="19066" y="18838"/>
                    <a:pt x="19612" y="18271"/>
                  </a:cubicBezTo>
                  <a:lnTo>
                    <a:pt x="20966" y="16864"/>
                  </a:lnTo>
                  <a:lnTo>
                    <a:pt x="19636" y="15483"/>
                  </a:lnTo>
                  <a:lnTo>
                    <a:pt x="18624" y="16534"/>
                  </a:lnTo>
                  <a:lnTo>
                    <a:pt x="17611" y="15483"/>
                  </a:lnTo>
                  <a:lnTo>
                    <a:pt x="16282" y="16863"/>
                  </a:lnTo>
                  <a:cubicBezTo>
                    <a:pt x="16282" y="16863"/>
                    <a:pt x="17637" y="18271"/>
                    <a:pt x="17637" y="18271"/>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grpSp>
      <p:sp>
        <p:nvSpPr>
          <p:cNvPr id="531" name="Shape 531"/>
          <p:cNvSpPr txBox="1">
            <a:spLocks noGrp="1"/>
          </p:cNvSpPr>
          <p:nvPr>
            <p:ph type="sldNum" idx="12"/>
          </p:nvPr>
        </p:nvSpPr>
        <p:spPr>
          <a:xfrm>
            <a:off x="17474063" y="12481869"/>
            <a:ext cx="5689230" cy="461665"/>
          </a:xfrm>
          <a:prstGeom prst="rect">
            <a:avLst/>
          </a:prstGeom>
          <a:noFill/>
          <a:ln>
            <a:noFill/>
          </a:ln>
        </p:spPr>
        <p:txBody>
          <a:bodyPr spcFirstLastPara="1" wrap="square" lIns="45700" tIns="45700" rIns="45700" bIns="45700" anchor="ctr" anchorCtr="0">
            <a:noAutofit/>
          </a:bodyPr>
          <a:lstStyle>
            <a:lvl1pPr marL="0" marR="0" lvl="0" indent="0" algn="r" rtl="0">
              <a:spcBef>
                <a:spcPts val="0"/>
              </a:spcBef>
              <a:buNone/>
              <a:defRPr sz="2400">
                <a:solidFill>
                  <a:srgbClr val="888888"/>
                </a:solidFill>
                <a:latin typeface="Helvetica Neue"/>
                <a:ea typeface="Helvetica Neue"/>
                <a:cs typeface="Helvetica Neue"/>
                <a:sym typeface="Helvetica Neue"/>
              </a:defRPr>
            </a:lvl1pPr>
            <a:lvl2pPr marL="0" marR="0" lvl="1" indent="0" algn="r" rtl="0">
              <a:spcBef>
                <a:spcPts val="0"/>
              </a:spcBef>
              <a:buNone/>
              <a:defRPr sz="2400">
                <a:solidFill>
                  <a:srgbClr val="888888"/>
                </a:solidFill>
                <a:latin typeface="Helvetica Neue"/>
                <a:ea typeface="Helvetica Neue"/>
                <a:cs typeface="Helvetica Neue"/>
                <a:sym typeface="Helvetica Neue"/>
              </a:defRPr>
            </a:lvl2pPr>
            <a:lvl3pPr marL="0" marR="0" lvl="2" indent="0" algn="r" rtl="0">
              <a:spcBef>
                <a:spcPts val="0"/>
              </a:spcBef>
              <a:buNone/>
              <a:defRPr sz="2400">
                <a:solidFill>
                  <a:srgbClr val="888888"/>
                </a:solidFill>
                <a:latin typeface="Helvetica Neue"/>
                <a:ea typeface="Helvetica Neue"/>
                <a:cs typeface="Helvetica Neue"/>
                <a:sym typeface="Helvetica Neue"/>
              </a:defRPr>
            </a:lvl3pPr>
            <a:lvl4pPr marL="0" marR="0" lvl="3" indent="0" algn="r" rtl="0">
              <a:spcBef>
                <a:spcPts val="0"/>
              </a:spcBef>
              <a:buNone/>
              <a:defRPr sz="2400">
                <a:solidFill>
                  <a:srgbClr val="888888"/>
                </a:solidFill>
                <a:latin typeface="Helvetica Neue"/>
                <a:ea typeface="Helvetica Neue"/>
                <a:cs typeface="Helvetica Neue"/>
                <a:sym typeface="Helvetica Neue"/>
              </a:defRPr>
            </a:lvl4pPr>
            <a:lvl5pPr marL="0" marR="0" lvl="4" indent="0" algn="r" rtl="0">
              <a:spcBef>
                <a:spcPts val="0"/>
              </a:spcBef>
              <a:buNone/>
              <a:defRPr sz="2400">
                <a:solidFill>
                  <a:srgbClr val="888888"/>
                </a:solidFill>
                <a:latin typeface="Helvetica Neue"/>
                <a:ea typeface="Helvetica Neue"/>
                <a:cs typeface="Helvetica Neue"/>
                <a:sym typeface="Helvetica Neue"/>
              </a:defRPr>
            </a:lvl5pPr>
            <a:lvl6pPr marL="0" marR="0" lvl="5" indent="0" algn="r" rtl="0">
              <a:spcBef>
                <a:spcPts val="0"/>
              </a:spcBef>
              <a:buNone/>
              <a:defRPr sz="2400">
                <a:solidFill>
                  <a:srgbClr val="888888"/>
                </a:solidFill>
                <a:latin typeface="Helvetica Neue"/>
                <a:ea typeface="Helvetica Neue"/>
                <a:cs typeface="Helvetica Neue"/>
                <a:sym typeface="Helvetica Neue"/>
              </a:defRPr>
            </a:lvl6pPr>
            <a:lvl7pPr marL="0" marR="0" lvl="6" indent="0" algn="r" rtl="0">
              <a:spcBef>
                <a:spcPts val="0"/>
              </a:spcBef>
              <a:buNone/>
              <a:defRPr sz="2400">
                <a:solidFill>
                  <a:srgbClr val="888888"/>
                </a:solidFill>
                <a:latin typeface="Helvetica Neue"/>
                <a:ea typeface="Helvetica Neue"/>
                <a:cs typeface="Helvetica Neue"/>
                <a:sym typeface="Helvetica Neue"/>
              </a:defRPr>
            </a:lvl7pPr>
            <a:lvl8pPr marL="0" marR="0" lvl="7" indent="0" algn="r" rtl="0">
              <a:spcBef>
                <a:spcPts val="0"/>
              </a:spcBef>
              <a:buNone/>
              <a:defRPr sz="2400">
                <a:solidFill>
                  <a:srgbClr val="888888"/>
                </a:solidFill>
                <a:latin typeface="Helvetica Neue"/>
                <a:ea typeface="Helvetica Neue"/>
                <a:cs typeface="Helvetica Neue"/>
                <a:sym typeface="Helvetica Neue"/>
              </a:defRPr>
            </a:lvl8pPr>
            <a:lvl9pPr marL="0" marR="0" lvl="8" indent="0" algn="r" rtl="0">
              <a:spcBef>
                <a:spcPts val="0"/>
              </a:spcBef>
              <a:buNone/>
              <a:defRPr sz="2400">
                <a:solidFill>
                  <a:srgbClr val="888888"/>
                </a:solidFill>
                <a:latin typeface="Helvetica Neue"/>
                <a:ea typeface="Helvetica Neue"/>
                <a:cs typeface="Helvetica Neue"/>
                <a:sym typeface="Helvetica Neue"/>
              </a:defRPr>
            </a:lvl9pPr>
          </a:lstStyle>
          <a:p>
            <a:pPr marL="0" lvl="0" indent="0">
              <a:spcBef>
                <a:spcPts val="0"/>
              </a:spcBef>
              <a:spcAft>
                <a:spcPts val="0"/>
              </a:spcAft>
              <a:buNone/>
            </a:pPr>
            <a:fld id="{00000000-1234-1234-1234-123412341234}" type="slidenum">
              <a:rPr lang="en-AU"/>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matchingName="8_Title Slide">
  <p:cSld name="8_Title Slide">
    <p:spTree>
      <p:nvGrpSpPr>
        <p:cNvPr id="1" name="Shape 532"/>
        <p:cNvGrpSpPr/>
        <p:nvPr/>
      </p:nvGrpSpPr>
      <p:grpSpPr>
        <a:xfrm>
          <a:off x="0" y="0"/>
          <a:ext cx="0" cy="0"/>
          <a:chOff x="0" y="0"/>
          <a:chExt cx="0" cy="0"/>
        </a:xfrm>
      </p:grpSpPr>
      <p:grpSp>
        <p:nvGrpSpPr>
          <p:cNvPr id="533" name="Shape 533"/>
          <p:cNvGrpSpPr/>
          <p:nvPr/>
        </p:nvGrpSpPr>
        <p:grpSpPr>
          <a:xfrm>
            <a:off x="688354" y="-2"/>
            <a:ext cx="20578621" cy="13719179"/>
            <a:chOff x="-1" y="-1"/>
            <a:chExt cx="20569239" cy="13719177"/>
          </a:xfrm>
        </p:grpSpPr>
        <p:sp>
          <p:nvSpPr>
            <p:cNvPr id="534" name="Shape 534"/>
            <p:cNvSpPr/>
            <p:nvPr/>
          </p:nvSpPr>
          <p:spPr>
            <a:xfrm>
              <a:off x="20459700" y="11760200"/>
              <a:ext cx="33338" cy="195262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535" name="Shape 535"/>
            <p:cNvSpPr/>
            <p:nvPr/>
          </p:nvSpPr>
          <p:spPr>
            <a:xfrm>
              <a:off x="20535900" y="7861300"/>
              <a:ext cx="33338" cy="1084263"/>
            </a:xfrm>
            <a:custGeom>
              <a:avLst/>
              <a:gdLst/>
              <a:ahLst/>
              <a:cxnLst/>
              <a:rect l="0" t="0" r="0" b="0"/>
              <a:pathLst>
                <a:path w="21600" h="21600" extrusionOk="0">
                  <a:moveTo>
                    <a:pt x="21600" y="21600"/>
                  </a:moveTo>
                  <a:lnTo>
                    <a:pt x="0" y="21600"/>
                  </a:lnTo>
                  <a:lnTo>
                    <a:pt x="0" y="0"/>
                  </a:lnTo>
                  <a:lnTo>
                    <a:pt x="21600" y="0"/>
                  </a:lnTo>
                  <a:cubicBezTo>
                    <a:pt x="21600" y="0"/>
                    <a:pt x="21600" y="21600"/>
                    <a:pt x="2160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536" name="Shape 536"/>
            <p:cNvSpPr/>
            <p:nvPr/>
          </p:nvSpPr>
          <p:spPr>
            <a:xfrm>
              <a:off x="19913600" y="-1"/>
              <a:ext cx="33338" cy="4924426"/>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537" name="Shape 537"/>
            <p:cNvSpPr/>
            <p:nvPr/>
          </p:nvSpPr>
          <p:spPr>
            <a:xfrm>
              <a:off x="17246600" y="11823700"/>
              <a:ext cx="33338" cy="1885950"/>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538" name="Shape 538"/>
            <p:cNvSpPr/>
            <p:nvPr/>
          </p:nvSpPr>
          <p:spPr>
            <a:xfrm>
              <a:off x="17221200" y="7874000"/>
              <a:ext cx="33338" cy="1084263"/>
            </a:xfrm>
            <a:custGeom>
              <a:avLst/>
              <a:gdLst/>
              <a:ahLst/>
              <a:cxnLst/>
              <a:rect l="0" t="0" r="0" b="0"/>
              <a:pathLst>
                <a:path w="21600" h="21600" extrusionOk="0">
                  <a:moveTo>
                    <a:pt x="21600" y="21600"/>
                  </a:moveTo>
                  <a:lnTo>
                    <a:pt x="0" y="21600"/>
                  </a:lnTo>
                  <a:lnTo>
                    <a:pt x="0" y="0"/>
                  </a:lnTo>
                  <a:lnTo>
                    <a:pt x="21600" y="0"/>
                  </a:lnTo>
                  <a:cubicBezTo>
                    <a:pt x="21600" y="0"/>
                    <a:pt x="21600" y="21600"/>
                    <a:pt x="2160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539" name="Shape 539"/>
            <p:cNvSpPr/>
            <p:nvPr/>
          </p:nvSpPr>
          <p:spPr>
            <a:xfrm>
              <a:off x="17233900" y="-1"/>
              <a:ext cx="33338" cy="4927601"/>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540" name="Shape 540"/>
            <p:cNvSpPr/>
            <p:nvPr/>
          </p:nvSpPr>
          <p:spPr>
            <a:xfrm>
              <a:off x="13931900" y="11328400"/>
              <a:ext cx="33338" cy="2389189"/>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541" name="Shape 541"/>
            <p:cNvSpPr/>
            <p:nvPr/>
          </p:nvSpPr>
          <p:spPr>
            <a:xfrm>
              <a:off x="13284200" y="7874000"/>
              <a:ext cx="33338" cy="1084263"/>
            </a:xfrm>
            <a:custGeom>
              <a:avLst/>
              <a:gdLst/>
              <a:ahLst/>
              <a:cxnLst/>
              <a:rect l="0" t="0" r="0" b="0"/>
              <a:pathLst>
                <a:path w="21600" h="21600" extrusionOk="0">
                  <a:moveTo>
                    <a:pt x="21600" y="21600"/>
                  </a:moveTo>
                  <a:lnTo>
                    <a:pt x="0" y="21600"/>
                  </a:lnTo>
                  <a:lnTo>
                    <a:pt x="0" y="0"/>
                  </a:lnTo>
                  <a:lnTo>
                    <a:pt x="21600" y="0"/>
                  </a:lnTo>
                  <a:cubicBezTo>
                    <a:pt x="21600" y="0"/>
                    <a:pt x="21600" y="21600"/>
                    <a:pt x="2160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542" name="Shape 542"/>
            <p:cNvSpPr/>
            <p:nvPr/>
          </p:nvSpPr>
          <p:spPr>
            <a:xfrm>
              <a:off x="13906500" y="-1"/>
              <a:ext cx="33338" cy="4714876"/>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543" name="Shape 543"/>
            <p:cNvSpPr/>
            <p:nvPr/>
          </p:nvSpPr>
          <p:spPr>
            <a:xfrm>
              <a:off x="10579100" y="11823700"/>
              <a:ext cx="33338" cy="1885950"/>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544" name="Shape 544"/>
            <p:cNvSpPr/>
            <p:nvPr/>
          </p:nvSpPr>
          <p:spPr>
            <a:xfrm>
              <a:off x="6794500" y="7874000"/>
              <a:ext cx="33338" cy="1084263"/>
            </a:xfrm>
            <a:custGeom>
              <a:avLst/>
              <a:gdLst/>
              <a:ahLst/>
              <a:cxnLst/>
              <a:rect l="0" t="0" r="0" b="0"/>
              <a:pathLst>
                <a:path w="21600" h="21600" extrusionOk="0">
                  <a:moveTo>
                    <a:pt x="21600" y="21600"/>
                  </a:moveTo>
                  <a:lnTo>
                    <a:pt x="0" y="21600"/>
                  </a:lnTo>
                  <a:lnTo>
                    <a:pt x="0" y="0"/>
                  </a:lnTo>
                  <a:lnTo>
                    <a:pt x="21600" y="0"/>
                  </a:lnTo>
                  <a:cubicBezTo>
                    <a:pt x="21600" y="0"/>
                    <a:pt x="21600" y="21600"/>
                    <a:pt x="2160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545" name="Shape 545"/>
            <p:cNvSpPr/>
            <p:nvPr/>
          </p:nvSpPr>
          <p:spPr>
            <a:xfrm>
              <a:off x="10604500" y="-1"/>
              <a:ext cx="33338" cy="4927601"/>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546" name="Shape 546"/>
            <p:cNvSpPr/>
            <p:nvPr/>
          </p:nvSpPr>
          <p:spPr>
            <a:xfrm>
              <a:off x="7289800" y="11645900"/>
              <a:ext cx="33338" cy="2065339"/>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547" name="Shape 547"/>
            <p:cNvSpPr/>
            <p:nvPr/>
          </p:nvSpPr>
          <p:spPr>
            <a:xfrm>
              <a:off x="7239000" y="7416800"/>
              <a:ext cx="33338" cy="1084263"/>
            </a:xfrm>
            <a:custGeom>
              <a:avLst/>
              <a:gdLst/>
              <a:ahLst/>
              <a:cxnLst/>
              <a:rect l="0" t="0" r="0" b="0"/>
              <a:pathLst>
                <a:path w="21600" h="21600" extrusionOk="0">
                  <a:moveTo>
                    <a:pt x="21600" y="21600"/>
                  </a:moveTo>
                  <a:lnTo>
                    <a:pt x="0" y="21600"/>
                  </a:lnTo>
                  <a:lnTo>
                    <a:pt x="0" y="0"/>
                  </a:lnTo>
                  <a:lnTo>
                    <a:pt x="21600" y="0"/>
                  </a:lnTo>
                  <a:cubicBezTo>
                    <a:pt x="21600" y="0"/>
                    <a:pt x="21600" y="21600"/>
                    <a:pt x="2160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548" name="Shape 548"/>
            <p:cNvSpPr/>
            <p:nvPr/>
          </p:nvSpPr>
          <p:spPr>
            <a:xfrm>
              <a:off x="723899" y="0"/>
              <a:ext cx="33339" cy="4906963"/>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549" name="Shape 549"/>
            <p:cNvSpPr/>
            <p:nvPr/>
          </p:nvSpPr>
          <p:spPr>
            <a:xfrm>
              <a:off x="3047999" y="11734800"/>
              <a:ext cx="33339" cy="1984376"/>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550" name="Shape 550"/>
            <p:cNvSpPr/>
            <p:nvPr/>
          </p:nvSpPr>
          <p:spPr>
            <a:xfrm>
              <a:off x="3733799" y="7848600"/>
              <a:ext cx="33339" cy="1084263"/>
            </a:xfrm>
            <a:custGeom>
              <a:avLst/>
              <a:gdLst/>
              <a:ahLst/>
              <a:cxnLst/>
              <a:rect l="0" t="0" r="0" b="0"/>
              <a:pathLst>
                <a:path w="21600" h="21600" extrusionOk="0">
                  <a:moveTo>
                    <a:pt x="21600" y="21600"/>
                  </a:moveTo>
                  <a:lnTo>
                    <a:pt x="0" y="21600"/>
                  </a:lnTo>
                  <a:lnTo>
                    <a:pt x="0" y="0"/>
                  </a:lnTo>
                  <a:lnTo>
                    <a:pt x="21600" y="0"/>
                  </a:lnTo>
                  <a:cubicBezTo>
                    <a:pt x="21600" y="0"/>
                    <a:pt x="21600" y="21600"/>
                    <a:pt x="2160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551" name="Shape 551"/>
            <p:cNvSpPr/>
            <p:nvPr/>
          </p:nvSpPr>
          <p:spPr>
            <a:xfrm>
              <a:off x="3848099" y="-1"/>
              <a:ext cx="33339" cy="4927601"/>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552" name="Shape 552"/>
            <p:cNvSpPr/>
            <p:nvPr/>
          </p:nvSpPr>
          <p:spPr>
            <a:xfrm>
              <a:off x="673099" y="11811000"/>
              <a:ext cx="33339" cy="1903414"/>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553" name="Shape 553"/>
            <p:cNvSpPr/>
            <p:nvPr/>
          </p:nvSpPr>
          <p:spPr>
            <a:xfrm>
              <a:off x="-1" y="7810500"/>
              <a:ext cx="33339" cy="1084263"/>
            </a:xfrm>
            <a:custGeom>
              <a:avLst/>
              <a:gdLst/>
              <a:ahLst/>
              <a:cxnLst/>
              <a:rect l="0" t="0" r="0" b="0"/>
              <a:pathLst>
                <a:path w="21600" h="21600" extrusionOk="0">
                  <a:moveTo>
                    <a:pt x="21600" y="21600"/>
                  </a:moveTo>
                  <a:lnTo>
                    <a:pt x="0" y="21600"/>
                  </a:lnTo>
                  <a:lnTo>
                    <a:pt x="0" y="0"/>
                  </a:lnTo>
                  <a:lnTo>
                    <a:pt x="21600" y="0"/>
                  </a:lnTo>
                  <a:cubicBezTo>
                    <a:pt x="21600" y="0"/>
                    <a:pt x="21600" y="21600"/>
                    <a:pt x="2160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554" name="Shape 554"/>
            <p:cNvSpPr/>
            <p:nvPr/>
          </p:nvSpPr>
          <p:spPr>
            <a:xfrm>
              <a:off x="647699" y="0"/>
              <a:ext cx="33339" cy="4833939"/>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grpSp>
      <p:sp>
        <p:nvSpPr>
          <p:cNvPr id="555" name="Shape 555"/>
          <p:cNvSpPr txBox="1">
            <a:spLocks noGrp="1"/>
          </p:cNvSpPr>
          <p:nvPr>
            <p:ph type="title"/>
          </p:nvPr>
        </p:nvSpPr>
        <p:spPr>
          <a:xfrm>
            <a:off x="3456111" y="4083891"/>
            <a:ext cx="15632335" cy="4930570"/>
          </a:xfrm>
          <a:prstGeom prst="rect">
            <a:avLst/>
          </a:prstGeom>
          <a:noFill/>
          <a:ln>
            <a:noFill/>
          </a:ln>
        </p:spPr>
        <p:txBody>
          <a:bodyPr spcFirstLastPara="1" wrap="square" lIns="91425" tIns="91425" rIns="91425" bIns="91425" anchor="t" anchorCtr="0"/>
          <a:lstStyle>
            <a:lvl1pPr marR="0" lvl="0" algn="l" rtl="0">
              <a:lnSpc>
                <a:spcPct val="104000"/>
              </a:lnSpc>
              <a:spcBef>
                <a:spcPts val="0"/>
              </a:spcBef>
              <a:spcAft>
                <a:spcPts val="0"/>
              </a:spcAft>
              <a:buClr>
                <a:srgbClr val="FEFEFE"/>
              </a:buClr>
              <a:buSzPts val="10000"/>
              <a:buFont typeface="Arial"/>
              <a:buNone/>
              <a:defRPr sz="10000" b="0" i="0" u="none" strike="noStrike" cap="none">
                <a:solidFill>
                  <a:srgbClr val="FEFEFE"/>
                </a:solidFill>
                <a:latin typeface="Arial"/>
                <a:ea typeface="Arial"/>
                <a:cs typeface="Arial"/>
                <a:sym typeface="Arial"/>
              </a:defRPr>
            </a:lvl1pPr>
            <a:lvl2pPr marR="0" lvl="1" algn="l" rtl="0">
              <a:lnSpc>
                <a:spcPct val="104000"/>
              </a:lnSpc>
              <a:spcBef>
                <a:spcPts val="0"/>
              </a:spcBef>
              <a:spcAft>
                <a:spcPts val="0"/>
              </a:spcAft>
              <a:buClr>
                <a:srgbClr val="FEFEFE"/>
              </a:buClr>
              <a:buSzPts val="10000"/>
              <a:buFont typeface="Arial"/>
              <a:buNone/>
              <a:defRPr sz="10000" b="0" i="0" u="none" strike="noStrike" cap="none">
                <a:solidFill>
                  <a:srgbClr val="FEFEFE"/>
                </a:solidFill>
                <a:latin typeface="Arial"/>
                <a:ea typeface="Arial"/>
                <a:cs typeface="Arial"/>
                <a:sym typeface="Arial"/>
              </a:defRPr>
            </a:lvl2pPr>
            <a:lvl3pPr marR="0" lvl="2" algn="l" rtl="0">
              <a:lnSpc>
                <a:spcPct val="104000"/>
              </a:lnSpc>
              <a:spcBef>
                <a:spcPts val="0"/>
              </a:spcBef>
              <a:spcAft>
                <a:spcPts val="0"/>
              </a:spcAft>
              <a:buClr>
                <a:srgbClr val="FEFEFE"/>
              </a:buClr>
              <a:buSzPts val="10000"/>
              <a:buFont typeface="Arial"/>
              <a:buNone/>
              <a:defRPr sz="10000" b="0" i="0" u="none" strike="noStrike" cap="none">
                <a:solidFill>
                  <a:srgbClr val="FEFEFE"/>
                </a:solidFill>
                <a:latin typeface="Arial"/>
                <a:ea typeface="Arial"/>
                <a:cs typeface="Arial"/>
                <a:sym typeface="Arial"/>
              </a:defRPr>
            </a:lvl3pPr>
            <a:lvl4pPr marR="0" lvl="3" algn="l" rtl="0">
              <a:lnSpc>
                <a:spcPct val="104000"/>
              </a:lnSpc>
              <a:spcBef>
                <a:spcPts val="0"/>
              </a:spcBef>
              <a:spcAft>
                <a:spcPts val="0"/>
              </a:spcAft>
              <a:buClr>
                <a:srgbClr val="FEFEFE"/>
              </a:buClr>
              <a:buSzPts val="10000"/>
              <a:buFont typeface="Arial"/>
              <a:buNone/>
              <a:defRPr sz="10000" b="0" i="0" u="none" strike="noStrike" cap="none">
                <a:solidFill>
                  <a:srgbClr val="FEFEFE"/>
                </a:solidFill>
                <a:latin typeface="Arial"/>
                <a:ea typeface="Arial"/>
                <a:cs typeface="Arial"/>
                <a:sym typeface="Arial"/>
              </a:defRPr>
            </a:lvl4pPr>
            <a:lvl5pPr marR="0" lvl="4" algn="l" rtl="0">
              <a:lnSpc>
                <a:spcPct val="104000"/>
              </a:lnSpc>
              <a:spcBef>
                <a:spcPts val="0"/>
              </a:spcBef>
              <a:spcAft>
                <a:spcPts val="0"/>
              </a:spcAft>
              <a:buClr>
                <a:srgbClr val="FEFEFE"/>
              </a:buClr>
              <a:buSzPts val="10000"/>
              <a:buFont typeface="Arial"/>
              <a:buNone/>
              <a:defRPr sz="10000" b="0" i="0" u="none" strike="noStrike" cap="none">
                <a:solidFill>
                  <a:srgbClr val="FEFEFE"/>
                </a:solidFill>
                <a:latin typeface="Arial"/>
                <a:ea typeface="Arial"/>
                <a:cs typeface="Arial"/>
                <a:sym typeface="Arial"/>
              </a:defRPr>
            </a:lvl5pPr>
            <a:lvl6pPr marR="0" lvl="5" algn="l" rtl="0">
              <a:lnSpc>
                <a:spcPct val="104000"/>
              </a:lnSpc>
              <a:spcBef>
                <a:spcPts val="0"/>
              </a:spcBef>
              <a:spcAft>
                <a:spcPts val="0"/>
              </a:spcAft>
              <a:buClr>
                <a:srgbClr val="FEFEFE"/>
              </a:buClr>
              <a:buSzPts val="10000"/>
              <a:buFont typeface="Arial"/>
              <a:buNone/>
              <a:defRPr sz="10000" b="0" i="0" u="none" strike="noStrike" cap="none">
                <a:solidFill>
                  <a:srgbClr val="FEFEFE"/>
                </a:solidFill>
                <a:latin typeface="Arial"/>
                <a:ea typeface="Arial"/>
                <a:cs typeface="Arial"/>
                <a:sym typeface="Arial"/>
              </a:defRPr>
            </a:lvl6pPr>
            <a:lvl7pPr marR="0" lvl="6" algn="l" rtl="0">
              <a:lnSpc>
                <a:spcPct val="104000"/>
              </a:lnSpc>
              <a:spcBef>
                <a:spcPts val="0"/>
              </a:spcBef>
              <a:spcAft>
                <a:spcPts val="0"/>
              </a:spcAft>
              <a:buClr>
                <a:srgbClr val="FEFEFE"/>
              </a:buClr>
              <a:buSzPts val="10000"/>
              <a:buFont typeface="Arial"/>
              <a:buNone/>
              <a:defRPr sz="10000" b="0" i="0" u="none" strike="noStrike" cap="none">
                <a:solidFill>
                  <a:srgbClr val="FEFEFE"/>
                </a:solidFill>
                <a:latin typeface="Arial"/>
                <a:ea typeface="Arial"/>
                <a:cs typeface="Arial"/>
                <a:sym typeface="Arial"/>
              </a:defRPr>
            </a:lvl7pPr>
            <a:lvl8pPr marR="0" lvl="7" algn="l" rtl="0">
              <a:lnSpc>
                <a:spcPct val="104000"/>
              </a:lnSpc>
              <a:spcBef>
                <a:spcPts val="0"/>
              </a:spcBef>
              <a:spcAft>
                <a:spcPts val="0"/>
              </a:spcAft>
              <a:buClr>
                <a:srgbClr val="FEFEFE"/>
              </a:buClr>
              <a:buSzPts val="10000"/>
              <a:buFont typeface="Arial"/>
              <a:buNone/>
              <a:defRPr sz="10000" b="0" i="0" u="none" strike="noStrike" cap="none">
                <a:solidFill>
                  <a:srgbClr val="FEFEFE"/>
                </a:solidFill>
                <a:latin typeface="Arial"/>
                <a:ea typeface="Arial"/>
                <a:cs typeface="Arial"/>
                <a:sym typeface="Arial"/>
              </a:defRPr>
            </a:lvl8pPr>
            <a:lvl9pPr marR="0" lvl="8" algn="l" rtl="0">
              <a:lnSpc>
                <a:spcPct val="104000"/>
              </a:lnSpc>
              <a:spcBef>
                <a:spcPts val="0"/>
              </a:spcBef>
              <a:spcAft>
                <a:spcPts val="0"/>
              </a:spcAft>
              <a:buClr>
                <a:srgbClr val="FEFEFE"/>
              </a:buClr>
              <a:buSzPts val="10000"/>
              <a:buFont typeface="Arial"/>
              <a:buNone/>
              <a:defRPr sz="10000" b="0" i="0" u="none" strike="noStrike" cap="none">
                <a:solidFill>
                  <a:srgbClr val="FEFEFE"/>
                </a:solidFill>
                <a:latin typeface="Arial"/>
                <a:ea typeface="Arial"/>
                <a:cs typeface="Arial"/>
                <a:sym typeface="Arial"/>
              </a:defRPr>
            </a:lvl9pPr>
          </a:lstStyle>
          <a:p>
            <a:endParaRPr/>
          </a:p>
        </p:txBody>
      </p:sp>
      <p:sp>
        <p:nvSpPr>
          <p:cNvPr id="556" name="Shape 556"/>
          <p:cNvSpPr txBox="1">
            <a:spLocks noGrp="1"/>
          </p:cNvSpPr>
          <p:nvPr>
            <p:ph type="body" idx="1"/>
          </p:nvPr>
        </p:nvSpPr>
        <p:spPr>
          <a:xfrm>
            <a:off x="9033817" y="9014460"/>
            <a:ext cx="6962026" cy="4701540"/>
          </a:xfrm>
          <a:prstGeom prst="rect">
            <a:avLst/>
          </a:prstGeom>
          <a:noFill/>
          <a:ln>
            <a:noFill/>
          </a:ln>
        </p:spPr>
        <p:txBody>
          <a:bodyPr spcFirstLastPara="1" wrap="square" lIns="91425" tIns="91425" rIns="91425" bIns="91425" anchor="t" anchorCtr="0"/>
          <a:lstStyle>
            <a:lvl1pPr marL="457200" marR="0" lvl="0" indent="-228600" algn="l" rtl="0">
              <a:lnSpc>
                <a:spcPct val="90000"/>
              </a:lnSpc>
              <a:spcBef>
                <a:spcPts val="2000"/>
              </a:spcBef>
              <a:spcAft>
                <a:spcPts val="0"/>
              </a:spcAft>
              <a:buClr>
                <a:srgbClr val="FEFEFE"/>
              </a:buClr>
              <a:buSzPts val="3000"/>
              <a:buFont typeface="Arial"/>
              <a:buNone/>
              <a:defRPr sz="3000" b="0" i="0" u="none" strike="noStrike" cap="none">
                <a:solidFill>
                  <a:srgbClr val="FEFEFE"/>
                </a:solidFill>
                <a:latin typeface="Arial"/>
                <a:ea typeface="Arial"/>
                <a:cs typeface="Arial"/>
                <a:sym typeface="Arial"/>
              </a:defRPr>
            </a:lvl1pPr>
            <a:lvl2pPr marL="914400" marR="0" lvl="1" indent="-228600" algn="l" rtl="0">
              <a:lnSpc>
                <a:spcPct val="90000"/>
              </a:lnSpc>
              <a:spcBef>
                <a:spcPts val="2000"/>
              </a:spcBef>
              <a:spcAft>
                <a:spcPts val="0"/>
              </a:spcAft>
              <a:buClr>
                <a:srgbClr val="FEFEFE"/>
              </a:buClr>
              <a:buSzPts val="3000"/>
              <a:buFont typeface="Arial"/>
              <a:buNone/>
              <a:defRPr sz="3000" b="0" i="0" u="none" strike="noStrike" cap="none">
                <a:solidFill>
                  <a:srgbClr val="FEFEFE"/>
                </a:solidFill>
                <a:latin typeface="Arial"/>
                <a:ea typeface="Arial"/>
                <a:cs typeface="Arial"/>
                <a:sym typeface="Arial"/>
              </a:defRPr>
            </a:lvl2pPr>
            <a:lvl3pPr marL="1371600" marR="0" lvl="2" indent="-228600" algn="l" rtl="0">
              <a:lnSpc>
                <a:spcPct val="90000"/>
              </a:lnSpc>
              <a:spcBef>
                <a:spcPts val="2000"/>
              </a:spcBef>
              <a:spcAft>
                <a:spcPts val="0"/>
              </a:spcAft>
              <a:buClr>
                <a:srgbClr val="FEFEFE"/>
              </a:buClr>
              <a:buSzPts val="3000"/>
              <a:buFont typeface="Arial"/>
              <a:buNone/>
              <a:defRPr sz="3000" b="0" i="0" u="none" strike="noStrike" cap="none">
                <a:solidFill>
                  <a:srgbClr val="FEFEFE"/>
                </a:solidFill>
                <a:latin typeface="Arial"/>
                <a:ea typeface="Arial"/>
                <a:cs typeface="Arial"/>
                <a:sym typeface="Arial"/>
              </a:defRPr>
            </a:lvl3pPr>
            <a:lvl4pPr marL="1828800" marR="0" lvl="3" indent="-228600" algn="l" rtl="0">
              <a:lnSpc>
                <a:spcPct val="90000"/>
              </a:lnSpc>
              <a:spcBef>
                <a:spcPts val="2000"/>
              </a:spcBef>
              <a:spcAft>
                <a:spcPts val="0"/>
              </a:spcAft>
              <a:buClr>
                <a:srgbClr val="FEFEFE"/>
              </a:buClr>
              <a:buSzPts val="3000"/>
              <a:buFont typeface="Arial"/>
              <a:buNone/>
              <a:defRPr sz="3000" b="0" i="0" u="none" strike="noStrike" cap="none">
                <a:solidFill>
                  <a:srgbClr val="FEFEFE"/>
                </a:solidFill>
                <a:latin typeface="Arial"/>
                <a:ea typeface="Arial"/>
                <a:cs typeface="Arial"/>
                <a:sym typeface="Arial"/>
              </a:defRPr>
            </a:lvl4pPr>
            <a:lvl5pPr marL="2286000" marR="0" lvl="4" indent="-228600" algn="l" rtl="0">
              <a:lnSpc>
                <a:spcPct val="90000"/>
              </a:lnSpc>
              <a:spcBef>
                <a:spcPts val="2000"/>
              </a:spcBef>
              <a:spcAft>
                <a:spcPts val="0"/>
              </a:spcAft>
              <a:buClr>
                <a:srgbClr val="FEFEFE"/>
              </a:buClr>
              <a:buSzPts val="3000"/>
              <a:buFont typeface="Arial"/>
              <a:buNone/>
              <a:defRPr sz="3000" b="0" i="0" u="none" strike="noStrike" cap="none">
                <a:solidFill>
                  <a:srgbClr val="FEFEFE"/>
                </a:solidFill>
                <a:latin typeface="Arial"/>
                <a:ea typeface="Arial"/>
                <a:cs typeface="Arial"/>
                <a:sym typeface="Arial"/>
              </a:defRPr>
            </a:lvl5pPr>
            <a:lvl6pPr marL="2743200" marR="0" lvl="5" indent="-584200" algn="l" rtl="0">
              <a:lnSpc>
                <a:spcPct val="90000"/>
              </a:lnSpc>
              <a:spcBef>
                <a:spcPts val="2000"/>
              </a:spcBef>
              <a:spcAft>
                <a:spcPts val="0"/>
              </a:spcAft>
              <a:buClr>
                <a:srgbClr val="000000"/>
              </a:buClr>
              <a:buSzPts val="5600"/>
              <a:buFont typeface="Arial"/>
              <a:buChar char="•"/>
              <a:defRPr sz="5600" b="0" i="0" u="none" strike="noStrike" cap="none">
                <a:solidFill>
                  <a:srgbClr val="000000"/>
                </a:solidFill>
                <a:latin typeface="Arial"/>
                <a:ea typeface="Arial"/>
                <a:cs typeface="Arial"/>
                <a:sym typeface="Arial"/>
              </a:defRPr>
            </a:lvl6pPr>
            <a:lvl7pPr marL="3200400" marR="0" lvl="6" indent="-584200" algn="l" rtl="0">
              <a:lnSpc>
                <a:spcPct val="90000"/>
              </a:lnSpc>
              <a:spcBef>
                <a:spcPts val="2000"/>
              </a:spcBef>
              <a:spcAft>
                <a:spcPts val="0"/>
              </a:spcAft>
              <a:buClr>
                <a:srgbClr val="000000"/>
              </a:buClr>
              <a:buSzPts val="5600"/>
              <a:buFont typeface="Arial"/>
              <a:buChar char="•"/>
              <a:defRPr sz="5600" b="0" i="0" u="none" strike="noStrike" cap="none">
                <a:solidFill>
                  <a:srgbClr val="000000"/>
                </a:solidFill>
                <a:latin typeface="Arial"/>
                <a:ea typeface="Arial"/>
                <a:cs typeface="Arial"/>
                <a:sym typeface="Arial"/>
              </a:defRPr>
            </a:lvl7pPr>
            <a:lvl8pPr marL="3657600" marR="0" lvl="7" indent="-584200" algn="l" rtl="0">
              <a:lnSpc>
                <a:spcPct val="90000"/>
              </a:lnSpc>
              <a:spcBef>
                <a:spcPts val="2000"/>
              </a:spcBef>
              <a:spcAft>
                <a:spcPts val="0"/>
              </a:spcAft>
              <a:buClr>
                <a:srgbClr val="000000"/>
              </a:buClr>
              <a:buSzPts val="5600"/>
              <a:buFont typeface="Arial"/>
              <a:buChar char="•"/>
              <a:defRPr sz="5600" b="0" i="0" u="none" strike="noStrike" cap="none">
                <a:solidFill>
                  <a:srgbClr val="000000"/>
                </a:solidFill>
                <a:latin typeface="Arial"/>
                <a:ea typeface="Arial"/>
                <a:cs typeface="Arial"/>
                <a:sym typeface="Arial"/>
              </a:defRPr>
            </a:lvl8pPr>
            <a:lvl9pPr marL="4114800" marR="0" lvl="8" indent="-584200" algn="l" rtl="0">
              <a:lnSpc>
                <a:spcPct val="90000"/>
              </a:lnSpc>
              <a:spcBef>
                <a:spcPts val="2000"/>
              </a:spcBef>
              <a:spcAft>
                <a:spcPts val="0"/>
              </a:spcAft>
              <a:buClr>
                <a:srgbClr val="000000"/>
              </a:buClr>
              <a:buSzPts val="5600"/>
              <a:buFont typeface="Arial"/>
              <a:buChar char="•"/>
              <a:defRPr sz="5600" b="0" i="0" u="none" strike="noStrike" cap="none">
                <a:solidFill>
                  <a:srgbClr val="000000"/>
                </a:solidFill>
                <a:latin typeface="Arial"/>
                <a:ea typeface="Arial"/>
                <a:cs typeface="Arial"/>
                <a:sym typeface="Arial"/>
              </a:defRPr>
            </a:lvl9pPr>
          </a:lstStyle>
          <a:p>
            <a:endParaRPr/>
          </a:p>
        </p:txBody>
      </p:sp>
      <p:grpSp>
        <p:nvGrpSpPr>
          <p:cNvPr id="557" name="Shape 557"/>
          <p:cNvGrpSpPr/>
          <p:nvPr/>
        </p:nvGrpSpPr>
        <p:grpSpPr>
          <a:xfrm>
            <a:off x="699936" y="1377847"/>
            <a:ext cx="1396623" cy="1395987"/>
            <a:chOff x="0" y="0"/>
            <a:chExt cx="1395985" cy="1395985"/>
          </a:xfrm>
        </p:grpSpPr>
        <p:sp>
          <p:nvSpPr>
            <p:cNvPr id="558" name="Shape 558"/>
            <p:cNvSpPr/>
            <p:nvPr/>
          </p:nvSpPr>
          <p:spPr>
            <a:xfrm>
              <a:off x="0" y="0"/>
              <a:ext cx="1395985" cy="139598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000000"/>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559" name="Shape 559"/>
            <p:cNvSpPr/>
            <p:nvPr/>
          </p:nvSpPr>
          <p:spPr>
            <a:xfrm>
              <a:off x="251184" y="256109"/>
              <a:ext cx="920704" cy="880390"/>
            </a:xfrm>
            <a:custGeom>
              <a:avLst/>
              <a:gdLst/>
              <a:ahLst/>
              <a:cxnLst/>
              <a:rect l="0" t="0" r="0" b="0"/>
              <a:pathLst>
                <a:path w="21600" h="21458" extrusionOk="0">
                  <a:moveTo>
                    <a:pt x="16952" y="15509"/>
                  </a:moveTo>
                  <a:lnTo>
                    <a:pt x="21600" y="10680"/>
                  </a:lnTo>
                  <a:lnTo>
                    <a:pt x="20270" y="9299"/>
                  </a:lnTo>
                  <a:lnTo>
                    <a:pt x="15965" y="13772"/>
                  </a:lnTo>
                  <a:lnTo>
                    <a:pt x="14953" y="12721"/>
                  </a:lnTo>
                  <a:lnTo>
                    <a:pt x="13624" y="14101"/>
                  </a:lnTo>
                  <a:lnTo>
                    <a:pt x="14978" y="15509"/>
                  </a:lnTo>
                  <a:cubicBezTo>
                    <a:pt x="15523" y="16075"/>
                    <a:pt x="16407" y="16075"/>
                    <a:pt x="16952" y="15509"/>
                  </a:cubicBezTo>
                  <a:moveTo>
                    <a:pt x="19010" y="6901"/>
                  </a:moveTo>
                  <a:lnTo>
                    <a:pt x="20782" y="5059"/>
                  </a:lnTo>
                  <a:lnTo>
                    <a:pt x="19010" y="3217"/>
                  </a:lnTo>
                  <a:lnTo>
                    <a:pt x="18177" y="4082"/>
                  </a:lnTo>
                  <a:lnTo>
                    <a:pt x="13753" y="4082"/>
                  </a:lnTo>
                  <a:lnTo>
                    <a:pt x="12920" y="3217"/>
                  </a:lnTo>
                  <a:lnTo>
                    <a:pt x="11148" y="5059"/>
                  </a:lnTo>
                  <a:lnTo>
                    <a:pt x="12920" y="6901"/>
                  </a:lnTo>
                  <a:lnTo>
                    <a:pt x="13753" y="6036"/>
                  </a:lnTo>
                  <a:lnTo>
                    <a:pt x="15025" y="6036"/>
                  </a:lnTo>
                  <a:lnTo>
                    <a:pt x="15025" y="8650"/>
                  </a:lnTo>
                  <a:cubicBezTo>
                    <a:pt x="15602" y="8295"/>
                    <a:pt x="16328" y="8294"/>
                    <a:pt x="16905" y="8650"/>
                  </a:cubicBezTo>
                  <a:lnTo>
                    <a:pt x="16905" y="6036"/>
                  </a:lnTo>
                  <a:lnTo>
                    <a:pt x="18177" y="6036"/>
                  </a:lnTo>
                  <a:cubicBezTo>
                    <a:pt x="18177" y="6036"/>
                    <a:pt x="19010" y="6901"/>
                    <a:pt x="19010" y="6901"/>
                  </a:cubicBezTo>
                  <a:close/>
                  <a:moveTo>
                    <a:pt x="15965" y="3684"/>
                  </a:moveTo>
                  <a:lnTo>
                    <a:pt x="17738" y="1843"/>
                  </a:lnTo>
                  <a:lnTo>
                    <a:pt x="15965" y="0"/>
                  </a:lnTo>
                  <a:lnTo>
                    <a:pt x="14192" y="1843"/>
                  </a:lnTo>
                  <a:cubicBezTo>
                    <a:pt x="14192" y="1843"/>
                    <a:pt x="15965" y="3684"/>
                    <a:pt x="15965" y="3684"/>
                  </a:cubicBezTo>
                  <a:close/>
                  <a:moveTo>
                    <a:pt x="11660" y="9299"/>
                  </a:moveTo>
                  <a:lnTo>
                    <a:pt x="10331" y="10680"/>
                  </a:lnTo>
                  <a:lnTo>
                    <a:pt x="11660" y="12061"/>
                  </a:lnTo>
                  <a:lnTo>
                    <a:pt x="12989" y="10680"/>
                  </a:lnTo>
                  <a:cubicBezTo>
                    <a:pt x="12989" y="10680"/>
                    <a:pt x="11660" y="9299"/>
                    <a:pt x="11660" y="9299"/>
                  </a:cubicBezTo>
                  <a:close/>
                  <a:moveTo>
                    <a:pt x="8282" y="17567"/>
                  </a:moveTo>
                  <a:cubicBezTo>
                    <a:pt x="8282" y="15877"/>
                    <a:pt x="7291" y="14733"/>
                    <a:pt x="5701" y="14733"/>
                  </a:cubicBezTo>
                  <a:lnTo>
                    <a:pt x="122" y="14733"/>
                  </a:lnTo>
                  <a:lnTo>
                    <a:pt x="122" y="16550"/>
                  </a:lnTo>
                  <a:lnTo>
                    <a:pt x="5676" y="16550"/>
                  </a:lnTo>
                  <a:cubicBezTo>
                    <a:pt x="6324" y="16550"/>
                    <a:pt x="6728" y="16944"/>
                    <a:pt x="6728" y="17567"/>
                  </a:cubicBezTo>
                  <a:cubicBezTo>
                    <a:pt x="6728" y="18202"/>
                    <a:pt x="6324" y="18583"/>
                    <a:pt x="5676" y="18583"/>
                  </a:cubicBezTo>
                  <a:lnTo>
                    <a:pt x="122" y="18583"/>
                  </a:lnTo>
                  <a:lnTo>
                    <a:pt x="122" y="20401"/>
                  </a:lnTo>
                  <a:lnTo>
                    <a:pt x="5701" y="20401"/>
                  </a:lnTo>
                  <a:cubicBezTo>
                    <a:pt x="7291" y="20401"/>
                    <a:pt x="8282" y="19257"/>
                    <a:pt x="8282" y="17567"/>
                  </a:cubicBezTo>
                  <a:moveTo>
                    <a:pt x="8282" y="3811"/>
                  </a:moveTo>
                  <a:cubicBezTo>
                    <a:pt x="8282" y="2032"/>
                    <a:pt x="7242" y="1015"/>
                    <a:pt x="5762" y="1015"/>
                  </a:cubicBezTo>
                  <a:cubicBezTo>
                    <a:pt x="4282" y="1015"/>
                    <a:pt x="3768" y="2006"/>
                    <a:pt x="3389" y="3049"/>
                  </a:cubicBezTo>
                  <a:lnTo>
                    <a:pt x="3009" y="4091"/>
                  </a:lnTo>
                  <a:cubicBezTo>
                    <a:pt x="2801" y="4663"/>
                    <a:pt x="2447" y="4764"/>
                    <a:pt x="2214" y="4764"/>
                  </a:cubicBezTo>
                  <a:cubicBezTo>
                    <a:pt x="1774" y="4764"/>
                    <a:pt x="1443" y="4434"/>
                    <a:pt x="1443" y="3849"/>
                  </a:cubicBezTo>
                  <a:cubicBezTo>
                    <a:pt x="1443" y="3277"/>
                    <a:pt x="1811" y="2896"/>
                    <a:pt x="2385" y="2896"/>
                  </a:cubicBezTo>
                  <a:lnTo>
                    <a:pt x="2606" y="2896"/>
                  </a:lnTo>
                  <a:lnTo>
                    <a:pt x="2606" y="1193"/>
                  </a:lnTo>
                  <a:lnTo>
                    <a:pt x="2422" y="1193"/>
                  </a:lnTo>
                  <a:cubicBezTo>
                    <a:pt x="930" y="1193"/>
                    <a:pt x="0" y="2261"/>
                    <a:pt x="0" y="3849"/>
                  </a:cubicBezTo>
                  <a:cubicBezTo>
                    <a:pt x="0" y="5514"/>
                    <a:pt x="1101" y="6480"/>
                    <a:pt x="2324" y="6480"/>
                  </a:cubicBezTo>
                  <a:cubicBezTo>
                    <a:pt x="3499" y="6480"/>
                    <a:pt x="4196" y="5845"/>
                    <a:pt x="4636" y="4637"/>
                  </a:cubicBezTo>
                  <a:lnTo>
                    <a:pt x="5065" y="3468"/>
                  </a:lnTo>
                  <a:cubicBezTo>
                    <a:pt x="5260" y="2947"/>
                    <a:pt x="5529" y="2743"/>
                    <a:pt x="5933" y="2743"/>
                  </a:cubicBezTo>
                  <a:cubicBezTo>
                    <a:pt x="6496" y="2743"/>
                    <a:pt x="6826" y="3125"/>
                    <a:pt x="6826" y="3811"/>
                  </a:cubicBezTo>
                  <a:cubicBezTo>
                    <a:pt x="6826" y="4497"/>
                    <a:pt x="6520" y="4917"/>
                    <a:pt x="5872" y="4917"/>
                  </a:cubicBezTo>
                  <a:lnTo>
                    <a:pt x="5578" y="4917"/>
                  </a:lnTo>
                  <a:lnTo>
                    <a:pt x="5578" y="6633"/>
                  </a:lnTo>
                  <a:lnTo>
                    <a:pt x="5860" y="6633"/>
                  </a:lnTo>
                  <a:cubicBezTo>
                    <a:pt x="7352" y="6633"/>
                    <a:pt x="8282" y="5438"/>
                    <a:pt x="8282" y="3811"/>
                  </a:cubicBezTo>
                  <a:moveTo>
                    <a:pt x="1676" y="7753"/>
                  </a:moveTo>
                  <a:lnTo>
                    <a:pt x="122" y="7753"/>
                  </a:lnTo>
                  <a:lnTo>
                    <a:pt x="122" y="13129"/>
                  </a:lnTo>
                  <a:lnTo>
                    <a:pt x="1676" y="13129"/>
                  </a:lnTo>
                  <a:lnTo>
                    <a:pt x="1676" y="11350"/>
                  </a:lnTo>
                  <a:lnTo>
                    <a:pt x="8159" y="11350"/>
                  </a:lnTo>
                  <a:lnTo>
                    <a:pt x="8159" y="9533"/>
                  </a:lnTo>
                  <a:lnTo>
                    <a:pt x="1676" y="9533"/>
                  </a:lnTo>
                  <a:cubicBezTo>
                    <a:pt x="1676" y="9533"/>
                    <a:pt x="1676" y="7753"/>
                    <a:pt x="1676" y="7753"/>
                  </a:cubicBezTo>
                  <a:close/>
                  <a:moveTo>
                    <a:pt x="14978" y="9273"/>
                  </a:moveTo>
                  <a:lnTo>
                    <a:pt x="10331" y="14101"/>
                  </a:lnTo>
                  <a:lnTo>
                    <a:pt x="11660" y="15483"/>
                  </a:lnTo>
                  <a:lnTo>
                    <a:pt x="15965" y="11009"/>
                  </a:lnTo>
                  <a:lnTo>
                    <a:pt x="16978" y="12061"/>
                  </a:lnTo>
                  <a:lnTo>
                    <a:pt x="18307" y="10680"/>
                  </a:lnTo>
                  <a:lnTo>
                    <a:pt x="16952" y="9273"/>
                  </a:lnTo>
                  <a:cubicBezTo>
                    <a:pt x="16407" y="8707"/>
                    <a:pt x="15523" y="8707"/>
                    <a:pt x="14978" y="9273"/>
                  </a:cubicBezTo>
                  <a:moveTo>
                    <a:pt x="12294" y="15483"/>
                  </a:moveTo>
                  <a:lnTo>
                    <a:pt x="10964" y="16864"/>
                  </a:lnTo>
                  <a:lnTo>
                    <a:pt x="12319" y="18271"/>
                  </a:lnTo>
                  <a:cubicBezTo>
                    <a:pt x="12864" y="18838"/>
                    <a:pt x="13748" y="18838"/>
                    <a:pt x="14293" y="18271"/>
                  </a:cubicBezTo>
                  <a:lnTo>
                    <a:pt x="15648" y="16863"/>
                  </a:lnTo>
                  <a:lnTo>
                    <a:pt x="14319" y="15483"/>
                  </a:lnTo>
                  <a:lnTo>
                    <a:pt x="13307" y="16534"/>
                  </a:lnTo>
                  <a:cubicBezTo>
                    <a:pt x="13307" y="16534"/>
                    <a:pt x="12294" y="15483"/>
                    <a:pt x="12294" y="15483"/>
                  </a:cubicBezTo>
                  <a:close/>
                  <a:moveTo>
                    <a:pt x="14953" y="18245"/>
                  </a:moveTo>
                  <a:lnTo>
                    <a:pt x="13623" y="19626"/>
                  </a:lnTo>
                  <a:lnTo>
                    <a:pt x="14978" y="21033"/>
                  </a:lnTo>
                  <a:cubicBezTo>
                    <a:pt x="15523" y="21600"/>
                    <a:pt x="16407" y="21600"/>
                    <a:pt x="16952" y="21033"/>
                  </a:cubicBezTo>
                  <a:lnTo>
                    <a:pt x="18307" y="19626"/>
                  </a:lnTo>
                  <a:lnTo>
                    <a:pt x="16978" y="18245"/>
                  </a:lnTo>
                  <a:lnTo>
                    <a:pt x="15965" y="19296"/>
                  </a:lnTo>
                  <a:cubicBezTo>
                    <a:pt x="15965" y="19296"/>
                    <a:pt x="14953" y="18245"/>
                    <a:pt x="14953" y="18245"/>
                  </a:cubicBezTo>
                  <a:close/>
                  <a:moveTo>
                    <a:pt x="20271" y="15483"/>
                  </a:moveTo>
                  <a:lnTo>
                    <a:pt x="21600" y="14101"/>
                  </a:lnTo>
                  <a:lnTo>
                    <a:pt x="20270" y="12720"/>
                  </a:lnTo>
                  <a:lnTo>
                    <a:pt x="18941" y="14101"/>
                  </a:lnTo>
                  <a:cubicBezTo>
                    <a:pt x="18941" y="14101"/>
                    <a:pt x="20271" y="15483"/>
                    <a:pt x="20271" y="15483"/>
                  </a:cubicBezTo>
                  <a:close/>
                  <a:moveTo>
                    <a:pt x="17637" y="18271"/>
                  </a:moveTo>
                  <a:cubicBezTo>
                    <a:pt x="18182" y="18838"/>
                    <a:pt x="19066" y="18838"/>
                    <a:pt x="19612" y="18271"/>
                  </a:cubicBezTo>
                  <a:lnTo>
                    <a:pt x="20966" y="16864"/>
                  </a:lnTo>
                  <a:lnTo>
                    <a:pt x="19636" y="15483"/>
                  </a:lnTo>
                  <a:lnTo>
                    <a:pt x="18624" y="16534"/>
                  </a:lnTo>
                  <a:lnTo>
                    <a:pt x="17611" y="15483"/>
                  </a:lnTo>
                  <a:lnTo>
                    <a:pt x="16282" y="16863"/>
                  </a:lnTo>
                  <a:cubicBezTo>
                    <a:pt x="16282" y="16863"/>
                    <a:pt x="17637" y="18271"/>
                    <a:pt x="17637" y="18271"/>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grpSp>
      <p:sp>
        <p:nvSpPr>
          <p:cNvPr id="560" name="Shape 560"/>
          <p:cNvSpPr txBox="1">
            <a:spLocks noGrp="1"/>
          </p:cNvSpPr>
          <p:nvPr>
            <p:ph type="sldNum" idx="12"/>
          </p:nvPr>
        </p:nvSpPr>
        <p:spPr>
          <a:xfrm>
            <a:off x="17474063" y="12481869"/>
            <a:ext cx="5689230" cy="461665"/>
          </a:xfrm>
          <a:prstGeom prst="rect">
            <a:avLst/>
          </a:prstGeom>
          <a:noFill/>
          <a:ln>
            <a:noFill/>
          </a:ln>
        </p:spPr>
        <p:txBody>
          <a:bodyPr spcFirstLastPara="1" wrap="square" lIns="45700" tIns="45700" rIns="45700" bIns="45700" anchor="ctr" anchorCtr="0">
            <a:noAutofit/>
          </a:bodyPr>
          <a:lstStyle>
            <a:lvl1pPr marL="0" marR="0" lvl="0" indent="0" algn="r" rtl="0">
              <a:spcBef>
                <a:spcPts val="0"/>
              </a:spcBef>
              <a:buNone/>
              <a:defRPr sz="2400">
                <a:solidFill>
                  <a:srgbClr val="888888"/>
                </a:solidFill>
                <a:latin typeface="Helvetica Neue"/>
                <a:ea typeface="Helvetica Neue"/>
                <a:cs typeface="Helvetica Neue"/>
                <a:sym typeface="Helvetica Neue"/>
              </a:defRPr>
            </a:lvl1pPr>
            <a:lvl2pPr marL="0" marR="0" lvl="1" indent="0" algn="r" rtl="0">
              <a:spcBef>
                <a:spcPts val="0"/>
              </a:spcBef>
              <a:buNone/>
              <a:defRPr sz="2400">
                <a:solidFill>
                  <a:srgbClr val="888888"/>
                </a:solidFill>
                <a:latin typeface="Helvetica Neue"/>
                <a:ea typeface="Helvetica Neue"/>
                <a:cs typeface="Helvetica Neue"/>
                <a:sym typeface="Helvetica Neue"/>
              </a:defRPr>
            </a:lvl2pPr>
            <a:lvl3pPr marL="0" marR="0" lvl="2" indent="0" algn="r" rtl="0">
              <a:spcBef>
                <a:spcPts val="0"/>
              </a:spcBef>
              <a:buNone/>
              <a:defRPr sz="2400">
                <a:solidFill>
                  <a:srgbClr val="888888"/>
                </a:solidFill>
                <a:latin typeface="Helvetica Neue"/>
                <a:ea typeface="Helvetica Neue"/>
                <a:cs typeface="Helvetica Neue"/>
                <a:sym typeface="Helvetica Neue"/>
              </a:defRPr>
            </a:lvl3pPr>
            <a:lvl4pPr marL="0" marR="0" lvl="3" indent="0" algn="r" rtl="0">
              <a:spcBef>
                <a:spcPts val="0"/>
              </a:spcBef>
              <a:buNone/>
              <a:defRPr sz="2400">
                <a:solidFill>
                  <a:srgbClr val="888888"/>
                </a:solidFill>
                <a:latin typeface="Helvetica Neue"/>
                <a:ea typeface="Helvetica Neue"/>
                <a:cs typeface="Helvetica Neue"/>
                <a:sym typeface="Helvetica Neue"/>
              </a:defRPr>
            </a:lvl4pPr>
            <a:lvl5pPr marL="0" marR="0" lvl="4" indent="0" algn="r" rtl="0">
              <a:spcBef>
                <a:spcPts val="0"/>
              </a:spcBef>
              <a:buNone/>
              <a:defRPr sz="2400">
                <a:solidFill>
                  <a:srgbClr val="888888"/>
                </a:solidFill>
                <a:latin typeface="Helvetica Neue"/>
                <a:ea typeface="Helvetica Neue"/>
                <a:cs typeface="Helvetica Neue"/>
                <a:sym typeface="Helvetica Neue"/>
              </a:defRPr>
            </a:lvl5pPr>
            <a:lvl6pPr marL="0" marR="0" lvl="5" indent="0" algn="r" rtl="0">
              <a:spcBef>
                <a:spcPts val="0"/>
              </a:spcBef>
              <a:buNone/>
              <a:defRPr sz="2400">
                <a:solidFill>
                  <a:srgbClr val="888888"/>
                </a:solidFill>
                <a:latin typeface="Helvetica Neue"/>
                <a:ea typeface="Helvetica Neue"/>
                <a:cs typeface="Helvetica Neue"/>
                <a:sym typeface="Helvetica Neue"/>
              </a:defRPr>
            </a:lvl6pPr>
            <a:lvl7pPr marL="0" marR="0" lvl="6" indent="0" algn="r" rtl="0">
              <a:spcBef>
                <a:spcPts val="0"/>
              </a:spcBef>
              <a:buNone/>
              <a:defRPr sz="2400">
                <a:solidFill>
                  <a:srgbClr val="888888"/>
                </a:solidFill>
                <a:latin typeface="Helvetica Neue"/>
                <a:ea typeface="Helvetica Neue"/>
                <a:cs typeface="Helvetica Neue"/>
                <a:sym typeface="Helvetica Neue"/>
              </a:defRPr>
            </a:lvl7pPr>
            <a:lvl8pPr marL="0" marR="0" lvl="7" indent="0" algn="r" rtl="0">
              <a:spcBef>
                <a:spcPts val="0"/>
              </a:spcBef>
              <a:buNone/>
              <a:defRPr sz="2400">
                <a:solidFill>
                  <a:srgbClr val="888888"/>
                </a:solidFill>
                <a:latin typeface="Helvetica Neue"/>
                <a:ea typeface="Helvetica Neue"/>
                <a:cs typeface="Helvetica Neue"/>
                <a:sym typeface="Helvetica Neue"/>
              </a:defRPr>
            </a:lvl8pPr>
            <a:lvl9pPr marL="0" marR="0" lvl="8" indent="0" algn="r" rtl="0">
              <a:spcBef>
                <a:spcPts val="0"/>
              </a:spcBef>
              <a:buNone/>
              <a:defRPr sz="2400">
                <a:solidFill>
                  <a:srgbClr val="888888"/>
                </a:solidFill>
                <a:latin typeface="Helvetica Neue"/>
                <a:ea typeface="Helvetica Neue"/>
                <a:cs typeface="Helvetica Neue"/>
                <a:sym typeface="Helvetica Neue"/>
              </a:defRPr>
            </a:lvl9pPr>
          </a:lstStyle>
          <a:p>
            <a:pPr marL="0" lvl="0" indent="0">
              <a:spcBef>
                <a:spcPts val="0"/>
              </a:spcBef>
              <a:spcAft>
                <a:spcPts val="0"/>
              </a:spcAft>
              <a:buNone/>
            </a:pPr>
            <a:fld id="{00000000-1234-1234-1234-123412341234}" type="slidenum">
              <a:rPr lang="en-AU"/>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matchingName="6_Title Slide">
  <p:cSld name="6_Title Slide">
    <p:bg>
      <p:bgPr>
        <a:solidFill>
          <a:srgbClr val="FEFEFE"/>
        </a:solidFill>
        <a:effectLst/>
      </p:bgPr>
    </p:bg>
    <p:spTree>
      <p:nvGrpSpPr>
        <p:cNvPr id="1" name="Shape 604"/>
        <p:cNvGrpSpPr/>
        <p:nvPr/>
      </p:nvGrpSpPr>
      <p:grpSpPr>
        <a:xfrm>
          <a:off x="0" y="0"/>
          <a:ext cx="0" cy="0"/>
          <a:chOff x="0" y="0"/>
          <a:chExt cx="0" cy="0"/>
        </a:xfrm>
      </p:grpSpPr>
      <p:sp>
        <p:nvSpPr>
          <p:cNvPr id="605" name="Shape 605"/>
          <p:cNvSpPr txBox="1">
            <a:spLocks noGrp="1"/>
          </p:cNvSpPr>
          <p:nvPr>
            <p:ph type="title"/>
          </p:nvPr>
        </p:nvSpPr>
        <p:spPr>
          <a:xfrm>
            <a:off x="4855243" y="3374326"/>
            <a:ext cx="15632335" cy="5634961"/>
          </a:xfrm>
          <a:prstGeom prst="rect">
            <a:avLst/>
          </a:prstGeom>
          <a:noFill/>
          <a:ln>
            <a:noFill/>
          </a:ln>
        </p:spPr>
        <p:txBody>
          <a:bodyPr spcFirstLastPara="1" wrap="square" lIns="91425" tIns="91425" rIns="91425" bIns="91425" anchor="t" anchorCtr="0"/>
          <a:lstStyle>
            <a:lvl1pPr marR="0" lvl="0" algn="l" rtl="0">
              <a:lnSpc>
                <a:spcPct val="104000"/>
              </a:lnSpc>
              <a:spcBef>
                <a:spcPts val="0"/>
              </a:spcBef>
              <a:spcAft>
                <a:spcPts val="0"/>
              </a:spcAft>
              <a:buClr>
                <a:srgbClr val="000000"/>
              </a:buClr>
              <a:buSzPts val="10000"/>
              <a:buFont typeface="Arial"/>
              <a:buNone/>
              <a:defRPr sz="10000" b="0" i="0" u="none" strike="noStrike" cap="none">
                <a:solidFill>
                  <a:srgbClr val="000000"/>
                </a:solidFill>
                <a:latin typeface="Arial"/>
                <a:ea typeface="Arial"/>
                <a:cs typeface="Arial"/>
                <a:sym typeface="Arial"/>
              </a:defRPr>
            </a:lvl1pPr>
            <a:lvl2pPr marR="0" lvl="1" algn="l" rtl="0">
              <a:lnSpc>
                <a:spcPct val="104000"/>
              </a:lnSpc>
              <a:spcBef>
                <a:spcPts val="0"/>
              </a:spcBef>
              <a:spcAft>
                <a:spcPts val="0"/>
              </a:spcAft>
              <a:buClr>
                <a:srgbClr val="FEFEFE"/>
              </a:buClr>
              <a:buSzPts val="10000"/>
              <a:buFont typeface="Arial"/>
              <a:buNone/>
              <a:defRPr sz="10000" b="0" i="0" u="none" strike="noStrike" cap="none">
                <a:solidFill>
                  <a:srgbClr val="FEFEFE"/>
                </a:solidFill>
                <a:latin typeface="Arial"/>
                <a:ea typeface="Arial"/>
                <a:cs typeface="Arial"/>
                <a:sym typeface="Arial"/>
              </a:defRPr>
            </a:lvl2pPr>
            <a:lvl3pPr marR="0" lvl="2" algn="l" rtl="0">
              <a:lnSpc>
                <a:spcPct val="104000"/>
              </a:lnSpc>
              <a:spcBef>
                <a:spcPts val="0"/>
              </a:spcBef>
              <a:spcAft>
                <a:spcPts val="0"/>
              </a:spcAft>
              <a:buClr>
                <a:srgbClr val="FEFEFE"/>
              </a:buClr>
              <a:buSzPts val="10000"/>
              <a:buFont typeface="Arial"/>
              <a:buNone/>
              <a:defRPr sz="10000" b="0" i="0" u="none" strike="noStrike" cap="none">
                <a:solidFill>
                  <a:srgbClr val="FEFEFE"/>
                </a:solidFill>
                <a:latin typeface="Arial"/>
                <a:ea typeface="Arial"/>
                <a:cs typeface="Arial"/>
                <a:sym typeface="Arial"/>
              </a:defRPr>
            </a:lvl3pPr>
            <a:lvl4pPr marR="0" lvl="3" algn="l" rtl="0">
              <a:lnSpc>
                <a:spcPct val="104000"/>
              </a:lnSpc>
              <a:spcBef>
                <a:spcPts val="0"/>
              </a:spcBef>
              <a:spcAft>
                <a:spcPts val="0"/>
              </a:spcAft>
              <a:buClr>
                <a:srgbClr val="FEFEFE"/>
              </a:buClr>
              <a:buSzPts val="10000"/>
              <a:buFont typeface="Arial"/>
              <a:buNone/>
              <a:defRPr sz="10000" b="0" i="0" u="none" strike="noStrike" cap="none">
                <a:solidFill>
                  <a:srgbClr val="FEFEFE"/>
                </a:solidFill>
                <a:latin typeface="Arial"/>
                <a:ea typeface="Arial"/>
                <a:cs typeface="Arial"/>
                <a:sym typeface="Arial"/>
              </a:defRPr>
            </a:lvl4pPr>
            <a:lvl5pPr marR="0" lvl="4" algn="l" rtl="0">
              <a:lnSpc>
                <a:spcPct val="104000"/>
              </a:lnSpc>
              <a:spcBef>
                <a:spcPts val="0"/>
              </a:spcBef>
              <a:spcAft>
                <a:spcPts val="0"/>
              </a:spcAft>
              <a:buClr>
                <a:srgbClr val="FEFEFE"/>
              </a:buClr>
              <a:buSzPts val="10000"/>
              <a:buFont typeface="Arial"/>
              <a:buNone/>
              <a:defRPr sz="10000" b="0" i="0" u="none" strike="noStrike" cap="none">
                <a:solidFill>
                  <a:srgbClr val="FEFEFE"/>
                </a:solidFill>
                <a:latin typeface="Arial"/>
                <a:ea typeface="Arial"/>
                <a:cs typeface="Arial"/>
                <a:sym typeface="Arial"/>
              </a:defRPr>
            </a:lvl5pPr>
            <a:lvl6pPr marR="0" lvl="5" algn="l" rtl="0">
              <a:lnSpc>
                <a:spcPct val="104000"/>
              </a:lnSpc>
              <a:spcBef>
                <a:spcPts val="0"/>
              </a:spcBef>
              <a:spcAft>
                <a:spcPts val="0"/>
              </a:spcAft>
              <a:buClr>
                <a:srgbClr val="FEFEFE"/>
              </a:buClr>
              <a:buSzPts val="10000"/>
              <a:buFont typeface="Arial"/>
              <a:buNone/>
              <a:defRPr sz="10000" b="0" i="0" u="none" strike="noStrike" cap="none">
                <a:solidFill>
                  <a:srgbClr val="FEFEFE"/>
                </a:solidFill>
                <a:latin typeface="Arial"/>
                <a:ea typeface="Arial"/>
                <a:cs typeface="Arial"/>
                <a:sym typeface="Arial"/>
              </a:defRPr>
            </a:lvl6pPr>
            <a:lvl7pPr marR="0" lvl="6" algn="l" rtl="0">
              <a:lnSpc>
                <a:spcPct val="104000"/>
              </a:lnSpc>
              <a:spcBef>
                <a:spcPts val="0"/>
              </a:spcBef>
              <a:spcAft>
                <a:spcPts val="0"/>
              </a:spcAft>
              <a:buClr>
                <a:srgbClr val="FEFEFE"/>
              </a:buClr>
              <a:buSzPts val="10000"/>
              <a:buFont typeface="Arial"/>
              <a:buNone/>
              <a:defRPr sz="10000" b="0" i="0" u="none" strike="noStrike" cap="none">
                <a:solidFill>
                  <a:srgbClr val="FEFEFE"/>
                </a:solidFill>
                <a:latin typeface="Arial"/>
                <a:ea typeface="Arial"/>
                <a:cs typeface="Arial"/>
                <a:sym typeface="Arial"/>
              </a:defRPr>
            </a:lvl7pPr>
            <a:lvl8pPr marR="0" lvl="7" algn="l" rtl="0">
              <a:lnSpc>
                <a:spcPct val="104000"/>
              </a:lnSpc>
              <a:spcBef>
                <a:spcPts val="0"/>
              </a:spcBef>
              <a:spcAft>
                <a:spcPts val="0"/>
              </a:spcAft>
              <a:buClr>
                <a:srgbClr val="FEFEFE"/>
              </a:buClr>
              <a:buSzPts val="10000"/>
              <a:buFont typeface="Arial"/>
              <a:buNone/>
              <a:defRPr sz="10000" b="0" i="0" u="none" strike="noStrike" cap="none">
                <a:solidFill>
                  <a:srgbClr val="FEFEFE"/>
                </a:solidFill>
                <a:latin typeface="Arial"/>
                <a:ea typeface="Arial"/>
                <a:cs typeface="Arial"/>
                <a:sym typeface="Arial"/>
              </a:defRPr>
            </a:lvl8pPr>
            <a:lvl9pPr marR="0" lvl="8" algn="l" rtl="0">
              <a:lnSpc>
                <a:spcPct val="104000"/>
              </a:lnSpc>
              <a:spcBef>
                <a:spcPts val="0"/>
              </a:spcBef>
              <a:spcAft>
                <a:spcPts val="0"/>
              </a:spcAft>
              <a:buClr>
                <a:srgbClr val="FEFEFE"/>
              </a:buClr>
              <a:buSzPts val="10000"/>
              <a:buFont typeface="Arial"/>
              <a:buNone/>
              <a:defRPr sz="10000" b="0" i="0" u="none" strike="noStrike" cap="none">
                <a:solidFill>
                  <a:srgbClr val="FEFEFE"/>
                </a:solidFill>
                <a:latin typeface="Arial"/>
                <a:ea typeface="Arial"/>
                <a:cs typeface="Arial"/>
                <a:sym typeface="Arial"/>
              </a:defRPr>
            </a:lvl9pPr>
          </a:lstStyle>
          <a:p>
            <a:endParaRPr/>
          </a:p>
        </p:txBody>
      </p:sp>
      <p:sp>
        <p:nvSpPr>
          <p:cNvPr id="606" name="Shape 606"/>
          <p:cNvSpPr txBox="1">
            <a:spLocks noGrp="1"/>
          </p:cNvSpPr>
          <p:nvPr>
            <p:ph type="body" idx="1"/>
          </p:nvPr>
        </p:nvSpPr>
        <p:spPr>
          <a:xfrm>
            <a:off x="8364456" y="9009286"/>
            <a:ext cx="6851104" cy="4706715"/>
          </a:xfrm>
          <a:prstGeom prst="rect">
            <a:avLst/>
          </a:prstGeom>
          <a:noFill/>
          <a:ln>
            <a:noFill/>
          </a:ln>
        </p:spPr>
        <p:txBody>
          <a:bodyPr spcFirstLastPara="1" wrap="square" lIns="91425" tIns="91425" rIns="91425" bIns="91425" anchor="t" anchorCtr="0"/>
          <a:lstStyle>
            <a:lvl1pPr marL="457200" marR="0" lvl="0" indent="-228600" algn="l" rtl="0">
              <a:lnSpc>
                <a:spcPct val="90000"/>
              </a:lnSpc>
              <a:spcBef>
                <a:spcPts val="2000"/>
              </a:spcBef>
              <a:spcAft>
                <a:spcPts val="0"/>
              </a:spcAft>
              <a:buClr>
                <a:srgbClr val="000000"/>
              </a:buClr>
              <a:buSzPts val="3000"/>
              <a:buFont typeface="Arial"/>
              <a:buNone/>
              <a:defRPr sz="3000" b="0" i="0" u="none" strike="noStrike" cap="none">
                <a:solidFill>
                  <a:srgbClr val="000000"/>
                </a:solidFill>
                <a:latin typeface="Arial"/>
                <a:ea typeface="Arial"/>
                <a:cs typeface="Arial"/>
                <a:sym typeface="Arial"/>
              </a:defRPr>
            </a:lvl1pPr>
            <a:lvl2pPr marL="914400" marR="0" lvl="1" indent="-228600" algn="l" rtl="0">
              <a:lnSpc>
                <a:spcPct val="90000"/>
              </a:lnSpc>
              <a:spcBef>
                <a:spcPts val="2000"/>
              </a:spcBef>
              <a:spcAft>
                <a:spcPts val="0"/>
              </a:spcAft>
              <a:buClr>
                <a:srgbClr val="000000"/>
              </a:buClr>
              <a:buSzPts val="3000"/>
              <a:buFont typeface="Arial"/>
              <a:buNone/>
              <a:defRPr sz="3000" b="0" i="0" u="none" strike="noStrike" cap="none">
                <a:solidFill>
                  <a:srgbClr val="000000"/>
                </a:solidFill>
                <a:latin typeface="Arial"/>
                <a:ea typeface="Arial"/>
                <a:cs typeface="Arial"/>
                <a:sym typeface="Arial"/>
              </a:defRPr>
            </a:lvl2pPr>
            <a:lvl3pPr marL="1371600" marR="0" lvl="2" indent="-228600" algn="l" rtl="0">
              <a:lnSpc>
                <a:spcPct val="90000"/>
              </a:lnSpc>
              <a:spcBef>
                <a:spcPts val="2000"/>
              </a:spcBef>
              <a:spcAft>
                <a:spcPts val="0"/>
              </a:spcAft>
              <a:buClr>
                <a:srgbClr val="000000"/>
              </a:buClr>
              <a:buSzPts val="3000"/>
              <a:buFont typeface="Arial"/>
              <a:buNone/>
              <a:defRPr sz="3000" b="0" i="0" u="none" strike="noStrike" cap="none">
                <a:solidFill>
                  <a:srgbClr val="000000"/>
                </a:solidFill>
                <a:latin typeface="Arial"/>
                <a:ea typeface="Arial"/>
                <a:cs typeface="Arial"/>
                <a:sym typeface="Arial"/>
              </a:defRPr>
            </a:lvl3pPr>
            <a:lvl4pPr marL="1828800" marR="0" lvl="3" indent="-228600" algn="l" rtl="0">
              <a:lnSpc>
                <a:spcPct val="90000"/>
              </a:lnSpc>
              <a:spcBef>
                <a:spcPts val="2000"/>
              </a:spcBef>
              <a:spcAft>
                <a:spcPts val="0"/>
              </a:spcAft>
              <a:buClr>
                <a:srgbClr val="000000"/>
              </a:buClr>
              <a:buSzPts val="3000"/>
              <a:buFont typeface="Arial"/>
              <a:buNone/>
              <a:defRPr sz="3000" b="0" i="0" u="none" strike="noStrike" cap="none">
                <a:solidFill>
                  <a:srgbClr val="000000"/>
                </a:solidFill>
                <a:latin typeface="Arial"/>
                <a:ea typeface="Arial"/>
                <a:cs typeface="Arial"/>
                <a:sym typeface="Arial"/>
              </a:defRPr>
            </a:lvl4pPr>
            <a:lvl5pPr marL="2286000" marR="0" lvl="4" indent="-228600" algn="l" rtl="0">
              <a:lnSpc>
                <a:spcPct val="90000"/>
              </a:lnSpc>
              <a:spcBef>
                <a:spcPts val="2000"/>
              </a:spcBef>
              <a:spcAft>
                <a:spcPts val="0"/>
              </a:spcAft>
              <a:buClr>
                <a:srgbClr val="000000"/>
              </a:buClr>
              <a:buSzPts val="3000"/>
              <a:buFont typeface="Arial"/>
              <a:buNone/>
              <a:defRPr sz="3000" b="0" i="0" u="none" strike="noStrike" cap="none">
                <a:solidFill>
                  <a:srgbClr val="000000"/>
                </a:solidFill>
                <a:latin typeface="Arial"/>
                <a:ea typeface="Arial"/>
                <a:cs typeface="Arial"/>
                <a:sym typeface="Arial"/>
              </a:defRPr>
            </a:lvl5pPr>
            <a:lvl6pPr marL="2743200" marR="0" lvl="5" indent="-584200" algn="l" rtl="0">
              <a:lnSpc>
                <a:spcPct val="90000"/>
              </a:lnSpc>
              <a:spcBef>
                <a:spcPts val="2000"/>
              </a:spcBef>
              <a:spcAft>
                <a:spcPts val="0"/>
              </a:spcAft>
              <a:buClr>
                <a:srgbClr val="000000"/>
              </a:buClr>
              <a:buSzPts val="5600"/>
              <a:buFont typeface="Arial"/>
              <a:buChar char="•"/>
              <a:defRPr sz="5600" b="0" i="0" u="none" strike="noStrike" cap="none">
                <a:solidFill>
                  <a:srgbClr val="000000"/>
                </a:solidFill>
                <a:latin typeface="Arial"/>
                <a:ea typeface="Arial"/>
                <a:cs typeface="Arial"/>
                <a:sym typeface="Arial"/>
              </a:defRPr>
            </a:lvl6pPr>
            <a:lvl7pPr marL="3200400" marR="0" lvl="6" indent="-584200" algn="l" rtl="0">
              <a:lnSpc>
                <a:spcPct val="90000"/>
              </a:lnSpc>
              <a:spcBef>
                <a:spcPts val="2000"/>
              </a:spcBef>
              <a:spcAft>
                <a:spcPts val="0"/>
              </a:spcAft>
              <a:buClr>
                <a:srgbClr val="000000"/>
              </a:buClr>
              <a:buSzPts val="5600"/>
              <a:buFont typeface="Arial"/>
              <a:buChar char="•"/>
              <a:defRPr sz="5600" b="0" i="0" u="none" strike="noStrike" cap="none">
                <a:solidFill>
                  <a:srgbClr val="000000"/>
                </a:solidFill>
                <a:latin typeface="Arial"/>
                <a:ea typeface="Arial"/>
                <a:cs typeface="Arial"/>
                <a:sym typeface="Arial"/>
              </a:defRPr>
            </a:lvl7pPr>
            <a:lvl8pPr marL="3657600" marR="0" lvl="7" indent="-584200" algn="l" rtl="0">
              <a:lnSpc>
                <a:spcPct val="90000"/>
              </a:lnSpc>
              <a:spcBef>
                <a:spcPts val="2000"/>
              </a:spcBef>
              <a:spcAft>
                <a:spcPts val="0"/>
              </a:spcAft>
              <a:buClr>
                <a:srgbClr val="000000"/>
              </a:buClr>
              <a:buSzPts val="5600"/>
              <a:buFont typeface="Arial"/>
              <a:buChar char="•"/>
              <a:defRPr sz="5600" b="0" i="0" u="none" strike="noStrike" cap="none">
                <a:solidFill>
                  <a:srgbClr val="000000"/>
                </a:solidFill>
                <a:latin typeface="Arial"/>
                <a:ea typeface="Arial"/>
                <a:cs typeface="Arial"/>
                <a:sym typeface="Arial"/>
              </a:defRPr>
            </a:lvl8pPr>
            <a:lvl9pPr marL="4114800" marR="0" lvl="8" indent="-584200" algn="l" rtl="0">
              <a:lnSpc>
                <a:spcPct val="90000"/>
              </a:lnSpc>
              <a:spcBef>
                <a:spcPts val="2000"/>
              </a:spcBef>
              <a:spcAft>
                <a:spcPts val="0"/>
              </a:spcAft>
              <a:buClr>
                <a:srgbClr val="000000"/>
              </a:buClr>
              <a:buSzPts val="5600"/>
              <a:buFont typeface="Arial"/>
              <a:buChar char="•"/>
              <a:defRPr sz="5600" b="0" i="0" u="none" strike="noStrike" cap="none">
                <a:solidFill>
                  <a:srgbClr val="000000"/>
                </a:solidFill>
                <a:latin typeface="Arial"/>
                <a:ea typeface="Arial"/>
                <a:cs typeface="Arial"/>
                <a:sym typeface="Arial"/>
              </a:defRPr>
            </a:lvl9pPr>
          </a:lstStyle>
          <a:p>
            <a:endParaRPr/>
          </a:p>
        </p:txBody>
      </p:sp>
      <p:grpSp>
        <p:nvGrpSpPr>
          <p:cNvPr id="607" name="Shape 607"/>
          <p:cNvGrpSpPr/>
          <p:nvPr/>
        </p:nvGrpSpPr>
        <p:grpSpPr>
          <a:xfrm>
            <a:off x="2101942" y="10443134"/>
            <a:ext cx="1396624" cy="1395987"/>
            <a:chOff x="0" y="0"/>
            <a:chExt cx="1395985" cy="1395985"/>
          </a:xfrm>
        </p:grpSpPr>
        <p:sp>
          <p:nvSpPr>
            <p:cNvPr id="608" name="Shape 608"/>
            <p:cNvSpPr/>
            <p:nvPr/>
          </p:nvSpPr>
          <p:spPr>
            <a:xfrm>
              <a:off x="0" y="0"/>
              <a:ext cx="1395985" cy="139598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000000"/>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609" name="Shape 609"/>
            <p:cNvSpPr/>
            <p:nvPr/>
          </p:nvSpPr>
          <p:spPr>
            <a:xfrm>
              <a:off x="251184" y="256109"/>
              <a:ext cx="920704" cy="880390"/>
            </a:xfrm>
            <a:custGeom>
              <a:avLst/>
              <a:gdLst/>
              <a:ahLst/>
              <a:cxnLst/>
              <a:rect l="0" t="0" r="0" b="0"/>
              <a:pathLst>
                <a:path w="21600" h="21458" extrusionOk="0">
                  <a:moveTo>
                    <a:pt x="16952" y="15509"/>
                  </a:moveTo>
                  <a:lnTo>
                    <a:pt x="21600" y="10680"/>
                  </a:lnTo>
                  <a:lnTo>
                    <a:pt x="20270" y="9299"/>
                  </a:lnTo>
                  <a:lnTo>
                    <a:pt x="15965" y="13772"/>
                  </a:lnTo>
                  <a:lnTo>
                    <a:pt x="14953" y="12721"/>
                  </a:lnTo>
                  <a:lnTo>
                    <a:pt x="13624" y="14101"/>
                  </a:lnTo>
                  <a:lnTo>
                    <a:pt x="14978" y="15509"/>
                  </a:lnTo>
                  <a:cubicBezTo>
                    <a:pt x="15523" y="16075"/>
                    <a:pt x="16407" y="16075"/>
                    <a:pt x="16952" y="15509"/>
                  </a:cubicBezTo>
                  <a:moveTo>
                    <a:pt x="19010" y="6901"/>
                  </a:moveTo>
                  <a:lnTo>
                    <a:pt x="20782" y="5059"/>
                  </a:lnTo>
                  <a:lnTo>
                    <a:pt x="19010" y="3217"/>
                  </a:lnTo>
                  <a:lnTo>
                    <a:pt x="18177" y="4082"/>
                  </a:lnTo>
                  <a:lnTo>
                    <a:pt x="13753" y="4082"/>
                  </a:lnTo>
                  <a:lnTo>
                    <a:pt x="12920" y="3217"/>
                  </a:lnTo>
                  <a:lnTo>
                    <a:pt x="11148" y="5059"/>
                  </a:lnTo>
                  <a:lnTo>
                    <a:pt x="12920" y="6901"/>
                  </a:lnTo>
                  <a:lnTo>
                    <a:pt x="13753" y="6036"/>
                  </a:lnTo>
                  <a:lnTo>
                    <a:pt x="15025" y="6036"/>
                  </a:lnTo>
                  <a:lnTo>
                    <a:pt x="15025" y="8650"/>
                  </a:lnTo>
                  <a:cubicBezTo>
                    <a:pt x="15602" y="8295"/>
                    <a:pt x="16328" y="8294"/>
                    <a:pt x="16905" y="8650"/>
                  </a:cubicBezTo>
                  <a:lnTo>
                    <a:pt x="16905" y="6036"/>
                  </a:lnTo>
                  <a:lnTo>
                    <a:pt x="18177" y="6036"/>
                  </a:lnTo>
                  <a:cubicBezTo>
                    <a:pt x="18177" y="6036"/>
                    <a:pt x="19010" y="6901"/>
                    <a:pt x="19010" y="6901"/>
                  </a:cubicBezTo>
                  <a:close/>
                  <a:moveTo>
                    <a:pt x="15965" y="3684"/>
                  </a:moveTo>
                  <a:lnTo>
                    <a:pt x="17738" y="1843"/>
                  </a:lnTo>
                  <a:lnTo>
                    <a:pt x="15965" y="0"/>
                  </a:lnTo>
                  <a:lnTo>
                    <a:pt x="14192" y="1843"/>
                  </a:lnTo>
                  <a:cubicBezTo>
                    <a:pt x="14192" y="1843"/>
                    <a:pt x="15965" y="3684"/>
                    <a:pt x="15965" y="3684"/>
                  </a:cubicBezTo>
                  <a:close/>
                  <a:moveTo>
                    <a:pt x="11660" y="9299"/>
                  </a:moveTo>
                  <a:lnTo>
                    <a:pt x="10331" y="10680"/>
                  </a:lnTo>
                  <a:lnTo>
                    <a:pt x="11660" y="12061"/>
                  </a:lnTo>
                  <a:lnTo>
                    <a:pt x="12989" y="10680"/>
                  </a:lnTo>
                  <a:cubicBezTo>
                    <a:pt x="12989" y="10680"/>
                    <a:pt x="11660" y="9299"/>
                    <a:pt x="11660" y="9299"/>
                  </a:cubicBezTo>
                  <a:close/>
                  <a:moveTo>
                    <a:pt x="8282" y="17567"/>
                  </a:moveTo>
                  <a:cubicBezTo>
                    <a:pt x="8282" y="15877"/>
                    <a:pt x="7291" y="14733"/>
                    <a:pt x="5701" y="14733"/>
                  </a:cubicBezTo>
                  <a:lnTo>
                    <a:pt x="122" y="14733"/>
                  </a:lnTo>
                  <a:lnTo>
                    <a:pt x="122" y="16550"/>
                  </a:lnTo>
                  <a:lnTo>
                    <a:pt x="5676" y="16550"/>
                  </a:lnTo>
                  <a:cubicBezTo>
                    <a:pt x="6324" y="16550"/>
                    <a:pt x="6728" y="16944"/>
                    <a:pt x="6728" y="17567"/>
                  </a:cubicBezTo>
                  <a:cubicBezTo>
                    <a:pt x="6728" y="18202"/>
                    <a:pt x="6324" y="18583"/>
                    <a:pt x="5676" y="18583"/>
                  </a:cubicBezTo>
                  <a:lnTo>
                    <a:pt x="122" y="18583"/>
                  </a:lnTo>
                  <a:lnTo>
                    <a:pt x="122" y="20401"/>
                  </a:lnTo>
                  <a:lnTo>
                    <a:pt x="5701" y="20401"/>
                  </a:lnTo>
                  <a:cubicBezTo>
                    <a:pt x="7291" y="20401"/>
                    <a:pt x="8282" y="19257"/>
                    <a:pt x="8282" y="17567"/>
                  </a:cubicBezTo>
                  <a:moveTo>
                    <a:pt x="8282" y="3811"/>
                  </a:moveTo>
                  <a:cubicBezTo>
                    <a:pt x="8282" y="2032"/>
                    <a:pt x="7242" y="1015"/>
                    <a:pt x="5762" y="1015"/>
                  </a:cubicBezTo>
                  <a:cubicBezTo>
                    <a:pt x="4282" y="1015"/>
                    <a:pt x="3768" y="2006"/>
                    <a:pt x="3389" y="3049"/>
                  </a:cubicBezTo>
                  <a:lnTo>
                    <a:pt x="3009" y="4091"/>
                  </a:lnTo>
                  <a:cubicBezTo>
                    <a:pt x="2801" y="4663"/>
                    <a:pt x="2447" y="4764"/>
                    <a:pt x="2214" y="4764"/>
                  </a:cubicBezTo>
                  <a:cubicBezTo>
                    <a:pt x="1774" y="4764"/>
                    <a:pt x="1443" y="4434"/>
                    <a:pt x="1443" y="3849"/>
                  </a:cubicBezTo>
                  <a:cubicBezTo>
                    <a:pt x="1443" y="3277"/>
                    <a:pt x="1811" y="2896"/>
                    <a:pt x="2385" y="2896"/>
                  </a:cubicBezTo>
                  <a:lnTo>
                    <a:pt x="2606" y="2896"/>
                  </a:lnTo>
                  <a:lnTo>
                    <a:pt x="2606" y="1193"/>
                  </a:lnTo>
                  <a:lnTo>
                    <a:pt x="2422" y="1193"/>
                  </a:lnTo>
                  <a:cubicBezTo>
                    <a:pt x="930" y="1193"/>
                    <a:pt x="0" y="2261"/>
                    <a:pt x="0" y="3849"/>
                  </a:cubicBezTo>
                  <a:cubicBezTo>
                    <a:pt x="0" y="5514"/>
                    <a:pt x="1101" y="6480"/>
                    <a:pt x="2324" y="6480"/>
                  </a:cubicBezTo>
                  <a:cubicBezTo>
                    <a:pt x="3499" y="6480"/>
                    <a:pt x="4196" y="5845"/>
                    <a:pt x="4636" y="4637"/>
                  </a:cubicBezTo>
                  <a:lnTo>
                    <a:pt x="5065" y="3468"/>
                  </a:lnTo>
                  <a:cubicBezTo>
                    <a:pt x="5260" y="2947"/>
                    <a:pt x="5529" y="2743"/>
                    <a:pt x="5933" y="2743"/>
                  </a:cubicBezTo>
                  <a:cubicBezTo>
                    <a:pt x="6496" y="2743"/>
                    <a:pt x="6826" y="3125"/>
                    <a:pt x="6826" y="3811"/>
                  </a:cubicBezTo>
                  <a:cubicBezTo>
                    <a:pt x="6826" y="4497"/>
                    <a:pt x="6520" y="4917"/>
                    <a:pt x="5872" y="4917"/>
                  </a:cubicBezTo>
                  <a:lnTo>
                    <a:pt x="5578" y="4917"/>
                  </a:lnTo>
                  <a:lnTo>
                    <a:pt x="5578" y="6633"/>
                  </a:lnTo>
                  <a:lnTo>
                    <a:pt x="5860" y="6633"/>
                  </a:lnTo>
                  <a:cubicBezTo>
                    <a:pt x="7352" y="6633"/>
                    <a:pt x="8282" y="5438"/>
                    <a:pt x="8282" y="3811"/>
                  </a:cubicBezTo>
                  <a:moveTo>
                    <a:pt x="1676" y="7753"/>
                  </a:moveTo>
                  <a:lnTo>
                    <a:pt x="122" y="7753"/>
                  </a:lnTo>
                  <a:lnTo>
                    <a:pt x="122" y="13129"/>
                  </a:lnTo>
                  <a:lnTo>
                    <a:pt x="1676" y="13129"/>
                  </a:lnTo>
                  <a:lnTo>
                    <a:pt x="1676" y="11350"/>
                  </a:lnTo>
                  <a:lnTo>
                    <a:pt x="8159" y="11350"/>
                  </a:lnTo>
                  <a:lnTo>
                    <a:pt x="8159" y="9533"/>
                  </a:lnTo>
                  <a:lnTo>
                    <a:pt x="1676" y="9533"/>
                  </a:lnTo>
                  <a:cubicBezTo>
                    <a:pt x="1676" y="9533"/>
                    <a:pt x="1676" y="7753"/>
                    <a:pt x="1676" y="7753"/>
                  </a:cubicBezTo>
                  <a:close/>
                  <a:moveTo>
                    <a:pt x="14978" y="9273"/>
                  </a:moveTo>
                  <a:lnTo>
                    <a:pt x="10331" y="14101"/>
                  </a:lnTo>
                  <a:lnTo>
                    <a:pt x="11660" y="15483"/>
                  </a:lnTo>
                  <a:lnTo>
                    <a:pt x="15965" y="11009"/>
                  </a:lnTo>
                  <a:lnTo>
                    <a:pt x="16978" y="12061"/>
                  </a:lnTo>
                  <a:lnTo>
                    <a:pt x="18307" y="10680"/>
                  </a:lnTo>
                  <a:lnTo>
                    <a:pt x="16952" y="9273"/>
                  </a:lnTo>
                  <a:cubicBezTo>
                    <a:pt x="16407" y="8707"/>
                    <a:pt x="15523" y="8707"/>
                    <a:pt x="14978" y="9273"/>
                  </a:cubicBezTo>
                  <a:moveTo>
                    <a:pt x="12294" y="15483"/>
                  </a:moveTo>
                  <a:lnTo>
                    <a:pt x="10964" y="16864"/>
                  </a:lnTo>
                  <a:lnTo>
                    <a:pt x="12319" y="18271"/>
                  </a:lnTo>
                  <a:cubicBezTo>
                    <a:pt x="12864" y="18838"/>
                    <a:pt x="13748" y="18838"/>
                    <a:pt x="14293" y="18271"/>
                  </a:cubicBezTo>
                  <a:lnTo>
                    <a:pt x="15648" y="16863"/>
                  </a:lnTo>
                  <a:lnTo>
                    <a:pt x="14319" y="15483"/>
                  </a:lnTo>
                  <a:lnTo>
                    <a:pt x="13307" y="16534"/>
                  </a:lnTo>
                  <a:cubicBezTo>
                    <a:pt x="13307" y="16534"/>
                    <a:pt x="12294" y="15483"/>
                    <a:pt x="12294" y="15483"/>
                  </a:cubicBezTo>
                  <a:close/>
                  <a:moveTo>
                    <a:pt x="14953" y="18245"/>
                  </a:moveTo>
                  <a:lnTo>
                    <a:pt x="13623" y="19626"/>
                  </a:lnTo>
                  <a:lnTo>
                    <a:pt x="14978" y="21033"/>
                  </a:lnTo>
                  <a:cubicBezTo>
                    <a:pt x="15523" y="21600"/>
                    <a:pt x="16407" y="21600"/>
                    <a:pt x="16952" y="21033"/>
                  </a:cubicBezTo>
                  <a:lnTo>
                    <a:pt x="18307" y="19626"/>
                  </a:lnTo>
                  <a:lnTo>
                    <a:pt x="16978" y="18245"/>
                  </a:lnTo>
                  <a:lnTo>
                    <a:pt x="15965" y="19296"/>
                  </a:lnTo>
                  <a:cubicBezTo>
                    <a:pt x="15965" y="19296"/>
                    <a:pt x="14953" y="18245"/>
                    <a:pt x="14953" y="18245"/>
                  </a:cubicBezTo>
                  <a:close/>
                  <a:moveTo>
                    <a:pt x="20271" y="15483"/>
                  </a:moveTo>
                  <a:lnTo>
                    <a:pt x="21600" y="14101"/>
                  </a:lnTo>
                  <a:lnTo>
                    <a:pt x="20270" y="12720"/>
                  </a:lnTo>
                  <a:lnTo>
                    <a:pt x="18941" y="14101"/>
                  </a:lnTo>
                  <a:cubicBezTo>
                    <a:pt x="18941" y="14101"/>
                    <a:pt x="20271" y="15483"/>
                    <a:pt x="20271" y="15483"/>
                  </a:cubicBezTo>
                  <a:close/>
                  <a:moveTo>
                    <a:pt x="17637" y="18271"/>
                  </a:moveTo>
                  <a:cubicBezTo>
                    <a:pt x="18182" y="18838"/>
                    <a:pt x="19066" y="18838"/>
                    <a:pt x="19612" y="18271"/>
                  </a:cubicBezTo>
                  <a:lnTo>
                    <a:pt x="20966" y="16864"/>
                  </a:lnTo>
                  <a:lnTo>
                    <a:pt x="19636" y="15483"/>
                  </a:lnTo>
                  <a:lnTo>
                    <a:pt x="18624" y="16534"/>
                  </a:lnTo>
                  <a:lnTo>
                    <a:pt x="17611" y="15483"/>
                  </a:lnTo>
                  <a:lnTo>
                    <a:pt x="16282" y="16863"/>
                  </a:lnTo>
                  <a:cubicBezTo>
                    <a:pt x="16282" y="16863"/>
                    <a:pt x="17637" y="18271"/>
                    <a:pt x="17637" y="18271"/>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grpSp>
      <p:grpSp>
        <p:nvGrpSpPr>
          <p:cNvPr id="610" name="Shape 610"/>
          <p:cNvGrpSpPr/>
          <p:nvPr/>
        </p:nvGrpSpPr>
        <p:grpSpPr>
          <a:xfrm>
            <a:off x="1766102" y="1987895"/>
            <a:ext cx="21674495" cy="9739315"/>
            <a:chOff x="-1" y="0"/>
            <a:chExt cx="21664614" cy="9739313"/>
          </a:xfrm>
        </p:grpSpPr>
        <p:sp>
          <p:nvSpPr>
            <p:cNvPr id="611" name="Shape 611"/>
            <p:cNvSpPr/>
            <p:nvPr/>
          </p:nvSpPr>
          <p:spPr>
            <a:xfrm>
              <a:off x="-1" y="0"/>
              <a:ext cx="430214" cy="430214"/>
            </a:xfrm>
            <a:prstGeom prst="ellipse">
              <a:avLst/>
            </a:pr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612" name="Shape 612"/>
            <p:cNvSpPr/>
            <p:nvPr/>
          </p:nvSpPr>
          <p:spPr>
            <a:xfrm>
              <a:off x="431799" y="6210300"/>
              <a:ext cx="430214" cy="430213"/>
            </a:xfrm>
            <a:prstGeom prst="ellipse">
              <a:avLst/>
            </a:pr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613" name="Shape 613"/>
            <p:cNvSpPr/>
            <p:nvPr/>
          </p:nvSpPr>
          <p:spPr>
            <a:xfrm>
              <a:off x="2565399" y="0"/>
              <a:ext cx="430214" cy="430214"/>
            </a:xfrm>
            <a:custGeom>
              <a:avLst/>
              <a:gdLst/>
              <a:ahLst/>
              <a:cxnLst/>
              <a:rect l="0" t="0" r="0" b="0"/>
              <a:pathLst>
                <a:path w="21600" h="21600" extrusionOk="0">
                  <a:moveTo>
                    <a:pt x="21600" y="10800"/>
                  </a:moveTo>
                  <a:lnTo>
                    <a:pt x="0" y="0"/>
                  </a:lnTo>
                  <a:lnTo>
                    <a:pt x="0" y="21600"/>
                  </a:lnTo>
                  <a:cubicBezTo>
                    <a:pt x="0" y="21600"/>
                    <a:pt x="21600" y="10800"/>
                    <a:pt x="21600" y="10800"/>
                  </a:cubicBezTo>
                  <a:close/>
                </a:path>
              </a:pathLst>
            </a:custGeom>
            <a:solidFill>
              <a:schemeClr val="accent2"/>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614" name="Shape 614"/>
            <p:cNvSpPr/>
            <p:nvPr/>
          </p:nvSpPr>
          <p:spPr>
            <a:xfrm>
              <a:off x="2565399" y="3111500"/>
              <a:ext cx="430214" cy="430214"/>
            </a:xfrm>
            <a:custGeom>
              <a:avLst/>
              <a:gdLst/>
              <a:ahLst/>
              <a:cxnLst/>
              <a:rect l="0" t="0" r="0" b="0"/>
              <a:pathLst>
                <a:path w="21600" h="21600" extrusionOk="0">
                  <a:moveTo>
                    <a:pt x="21600" y="21600"/>
                  </a:moveTo>
                  <a:lnTo>
                    <a:pt x="0" y="21600"/>
                  </a:lnTo>
                  <a:lnTo>
                    <a:pt x="0" y="0"/>
                  </a:lnTo>
                  <a:lnTo>
                    <a:pt x="21600" y="0"/>
                  </a:lnTo>
                  <a:cubicBezTo>
                    <a:pt x="21600" y="0"/>
                    <a:pt x="21600" y="21600"/>
                    <a:pt x="21600" y="2160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615" name="Shape 615"/>
            <p:cNvSpPr/>
            <p:nvPr/>
          </p:nvSpPr>
          <p:spPr>
            <a:xfrm>
              <a:off x="2565399" y="6210300"/>
              <a:ext cx="430214" cy="430213"/>
            </a:xfrm>
            <a:custGeom>
              <a:avLst/>
              <a:gdLst/>
              <a:ahLst/>
              <a:cxnLst/>
              <a:rect l="0" t="0" r="0" b="0"/>
              <a:pathLst>
                <a:path w="21600" h="21600" extrusionOk="0">
                  <a:moveTo>
                    <a:pt x="21600" y="10800"/>
                  </a:moveTo>
                  <a:lnTo>
                    <a:pt x="0" y="0"/>
                  </a:lnTo>
                  <a:lnTo>
                    <a:pt x="0" y="21600"/>
                  </a:lnTo>
                  <a:cubicBezTo>
                    <a:pt x="0" y="21600"/>
                    <a:pt x="21600" y="10800"/>
                    <a:pt x="21600" y="10800"/>
                  </a:cubicBezTo>
                  <a:close/>
                </a:path>
              </a:pathLst>
            </a:custGeom>
            <a:solidFill>
              <a:schemeClr val="accent2"/>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616" name="Shape 616"/>
            <p:cNvSpPr/>
            <p:nvPr/>
          </p:nvSpPr>
          <p:spPr>
            <a:xfrm>
              <a:off x="2565399" y="9309100"/>
              <a:ext cx="430214" cy="430213"/>
            </a:xfrm>
            <a:prstGeom prst="ellipse">
              <a:avLst/>
            </a:pr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617" name="Shape 617"/>
            <p:cNvSpPr/>
            <p:nvPr/>
          </p:nvSpPr>
          <p:spPr>
            <a:xfrm>
              <a:off x="8077200" y="0"/>
              <a:ext cx="430213" cy="430214"/>
            </a:xfrm>
            <a:custGeom>
              <a:avLst/>
              <a:gdLst/>
              <a:ahLst/>
              <a:cxnLst/>
              <a:rect l="0" t="0" r="0" b="0"/>
              <a:pathLst>
                <a:path w="21600" h="21600" extrusionOk="0">
                  <a:moveTo>
                    <a:pt x="21600" y="21600"/>
                  </a:moveTo>
                  <a:lnTo>
                    <a:pt x="0" y="21600"/>
                  </a:lnTo>
                  <a:lnTo>
                    <a:pt x="0" y="0"/>
                  </a:lnTo>
                  <a:lnTo>
                    <a:pt x="21600" y="0"/>
                  </a:lnTo>
                  <a:cubicBezTo>
                    <a:pt x="21600" y="0"/>
                    <a:pt x="21600" y="21600"/>
                    <a:pt x="21600" y="21600"/>
                  </a:cubicBezTo>
                  <a:close/>
                </a:path>
              </a:pathLst>
            </a:custGeom>
            <a:solidFill>
              <a:schemeClr val="accent2"/>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618" name="Shape 618"/>
            <p:cNvSpPr/>
            <p:nvPr/>
          </p:nvSpPr>
          <p:spPr>
            <a:xfrm>
              <a:off x="13779500" y="6210300"/>
              <a:ext cx="430213" cy="430213"/>
            </a:xfrm>
            <a:custGeom>
              <a:avLst/>
              <a:gdLst/>
              <a:ahLst/>
              <a:cxnLst/>
              <a:rect l="0" t="0" r="0" b="0"/>
              <a:pathLst>
                <a:path w="21600" h="21600" extrusionOk="0">
                  <a:moveTo>
                    <a:pt x="21600" y="10800"/>
                  </a:moveTo>
                  <a:lnTo>
                    <a:pt x="0" y="0"/>
                  </a:lnTo>
                  <a:lnTo>
                    <a:pt x="0" y="21600"/>
                  </a:lnTo>
                  <a:cubicBezTo>
                    <a:pt x="0" y="21600"/>
                    <a:pt x="21600" y="10800"/>
                    <a:pt x="21600" y="10800"/>
                  </a:cubicBezTo>
                  <a:close/>
                </a:path>
              </a:pathLst>
            </a:custGeom>
            <a:solidFill>
              <a:schemeClr val="accent2"/>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619" name="Shape 619"/>
            <p:cNvSpPr/>
            <p:nvPr/>
          </p:nvSpPr>
          <p:spPr>
            <a:xfrm>
              <a:off x="12890500" y="9309100"/>
              <a:ext cx="430213" cy="430213"/>
            </a:xfrm>
            <a:custGeom>
              <a:avLst/>
              <a:gdLst/>
              <a:ahLst/>
              <a:cxnLst/>
              <a:rect l="0" t="0" r="0" b="0"/>
              <a:pathLst>
                <a:path w="21600" h="21600" extrusionOk="0">
                  <a:moveTo>
                    <a:pt x="21600" y="10800"/>
                  </a:moveTo>
                  <a:lnTo>
                    <a:pt x="0" y="0"/>
                  </a:lnTo>
                  <a:lnTo>
                    <a:pt x="0" y="21600"/>
                  </a:lnTo>
                  <a:cubicBezTo>
                    <a:pt x="0" y="21600"/>
                    <a:pt x="21600" y="10800"/>
                    <a:pt x="21600" y="10800"/>
                  </a:cubicBezTo>
                  <a:close/>
                </a:path>
              </a:pathLst>
            </a:custGeom>
            <a:solidFill>
              <a:schemeClr val="accent2"/>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620" name="Shape 620"/>
            <p:cNvSpPr/>
            <p:nvPr/>
          </p:nvSpPr>
          <p:spPr>
            <a:xfrm>
              <a:off x="13754100" y="0"/>
              <a:ext cx="430213" cy="430214"/>
            </a:xfrm>
            <a:custGeom>
              <a:avLst/>
              <a:gdLst/>
              <a:ahLst/>
              <a:cxnLst/>
              <a:rect l="0" t="0" r="0" b="0"/>
              <a:pathLst>
                <a:path w="21600" h="21600" extrusionOk="0">
                  <a:moveTo>
                    <a:pt x="21600" y="10800"/>
                  </a:moveTo>
                  <a:lnTo>
                    <a:pt x="0" y="0"/>
                  </a:lnTo>
                  <a:lnTo>
                    <a:pt x="0" y="21600"/>
                  </a:lnTo>
                  <a:cubicBezTo>
                    <a:pt x="0" y="21600"/>
                    <a:pt x="21600" y="10800"/>
                    <a:pt x="21600" y="10800"/>
                  </a:cubicBezTo>
                  <a:close/>
                </a:path>
              </a:pathLst>
            </a:custGeom>
            <a:solidFill>
              <a:schemeClr val="accent2"/>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621" name="Shape 621"/>
            <p:cNvSpPr/>
            <p:nvPr/>
          </p:nvSpPr>
          <p:spPr>
            <a:xfrm>
              <a:off x="13589000" y="3111500"/>
              <a:ext cx="430213" cy="430214"/>
            </a:xfrm>
            <a:custGeom>
              <a:avLst/>
              <a:gdLst/>
              <a:ahLst/>
              <a:cxnLst/>
              <a:rect l="0" t="0" r="0" b="0"/>
              <a:pathLst>
                <a:path w="21600" h="21600" extrusionOk="0">
                  <a:moveTo>
                    <a:pt x="21600" y="10800"/>
                  </a:moveTo>
                  <a:lnTo>
                    <a:pt x="0" y="0"/>
                  </a:lnTo>
                  <a:lnTo>
                    <a:pt x="0" y="21600"/>
                  </a:lnTo>
                  <a:cubicBezTo>
                    <a:pt x="0" y="21600"/>
                    <a:pt x="21600" y="10800"/>
                    <a:pt x="21600" y="10800"/>
                  </a:cubicBezTo>
                  <a:close/>
                </a:path>
              </a:pathLst>
            </a:custGeom>
            <a:solidFill>
              <a:schemeClr val="accent2"/>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622" name="Shape 622"/>
            <p:cNvSpPr/>
            <p:nvPr/>
          </p:nvSpPr>
          <p:spPr>
            <a:xfrm>
              <a:off x="19977100" y="9309100"/>
              <a:ext cx="430213" cy="430213"/>
            </a:xfrm>
            <a:prstGeom prst="ellipse">
              <a:avLst/>
            </a:pr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623" name="Shape 623"/>
            <p:cNvSpPr/>
            <p:nvPr/>
          </p:nvSpPr>
          <p:spPr>
            <a:xfrm>
              <a:off x="15557500" y="0"/>
              <a:ext cx="430213" cy="430214"/>
            </a:xfrm>
            <a:custGeom>
              <a:avLst/>
              <a:gdLst/>
              <a:ahLst/>
              <a:cxnLst/>
              <a:rect l="0" t="0" r="0" b="0"/>
              <a:pathLst>
                <a:path w="21600" h="21600" extrusionOk="0">
                  <a:moveTo>
                    <a:pt x="21600" y="21600"/>
                  </a:moveTo>
                  <a:lnTo>
                    <a:pt x="0" y="21600"/>
                  </a:lnTo>
                  <a:lnTo>
                    <a:pt x="0" y="0"/>
                  </a:lnTo>
                  <a:lnTo>
                    <a:pt x="21600" y="0"/>
                  </a:lnTo>
                  <a:cubicBezTo>
                    <a:pt x="21600" y="0"/>
                    <a:pt x="21600" y="21600"/>
                    <a:pt x="21600" y="2160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624" name="Shape 624"/>
            <p:cNvSpPr/>
            <p:nvPr/>
          </p:nvSpPr>
          <p:spPr>
            <a:xfrm>
              <a:off x="13741400" y="3111500"/>
              <a:ext cx="430213" cy="430214"/>
            </a:xfrm>
            <a:prstGeom prst="ellipse">
              <a:avLst/>
            </a:pr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625" name="Shape 625"/>
            <p:cNvSpPr/>
            <p:nvPr/>
          </p:nvSpPr>
          <p:spPr>
            <a:xfrm>
              <a:off x="20713700" y="3111500"/>
              <a:ext cx="430213" cy="430214"/>
            </a:xfrm>
            <a:prstGeom prst="ellipse">
              <a:avLst/>
            </a:pr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626" name="Shape 626"/>
            <p:cNvSpPr/>
            <p:nvPr/>
          </p:nvSpPr>
          <p:spPr>
            <a:xfrm>
              <a:off x="15722600" y="6210300"/>
              <a:ext cx="430213" cy="430213"/>
            </a:xfrm>
            <a:prstGeom prst="ellipse">
              <a:avLst/>
            </a:pr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627" name="Shape 627"/>
            <p:cNvSpPr/>
            <p:nvPr/>
          </p:nvSpPr>
          <p:spPr>
            <a:xfrm>
              <a:off x="16383000" y="9309100"/>
              <a:ext cx="430213" cy="430213"/>
            </a:xfrm>
            <a:custGeom>
              <a:avLst/>
              <a:gdLst/>
              <a:ahLst/>
              <a:cxnLst/>
              <a:rect l="0" t="0" r="0" b="0"/>
              <a:pathLst>
                <a:path w="21600" h="21600" extrusionOk="0">
                  <a:moveTo>
                    <a:pt x="21600" y="10800"/>
                  </a:moveTo>
                  <a:lnTo>
                    <a:pt x="0" y="0"/>
                  </a:lnTo>
                  <a:lnTo>
                    <a:pt x="0" y="21600"/>
                  </a:lnTo>
                  <a:cubicBezTo>
                    <a:pt x="0" y="21600"/>
                    <a:pt x="21600" y="10800"/>
                    <a:pt x="21600" y="10800"/>
                  </a:cubicBezTo>
                  <a:close/>
                </a:path>
              </a:pathLst>
            </a:custGeom>
            <a:solidFill>
              <a:schemeClr val="accent2"/>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628" name="Shape 628"/>
            <p:cNvSpPr/>
            <p:nvPr/>
          </p:nvSpPr>
          <p:spPr>
            <a:xfrm>
              <a:off x="21234400" y="9309100"/>
              <a:ext cx="430213" cy="430213"/>
            </a:xfrm>
            <a:custGeom>
              <a:avLst/>
              <a:gdLst/>
              <a:ahLst/>
              <a:cxnLst/>
              <a:rect l="0" t="0" r="0" b="0"/>
              <a:pathLst>
                <a:path w="21600" h="21600" extrusionOk="0">
                  <a:moveTo>
                    <a:pt x="21600" y="21600"/>
                  </a:moveTo>
                  <a:lnTo>
                    <a:pt x="0" y="21600"/>
                  </a:lnTo>
                  <a:lnTo>
                    <a:pt x="0" y="0"/>
                  </a:lnTo>
                  <a:lnTo>
                    <a:pt x="21600" y="0"/>
                  </a:lnTo>
                  <a:cubicBezTo>
                    <a:pt x="21600" y="0"/>
                    <a:pt x="21600" y="21600"/>
                    <a:pt x="21600" y="21600"/>
                  </a:cubicBezTo>
                  <a:close/>
                </a:path>
              </a:pathLst>
            </a:custGeom>
            <a:solidFill>
              <a:schemeClr val="accent2"/>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grpSp>
      <p:sp>
        <p:nvSpPr>
          <p:cNvPr id="629" name="Shape 629"/>
          <p:cNvSpPr txBox="1">
            <a:spLocks noGrp="1"/>
          </p:cNvSpPr>
          <p:nvPr>
            <p:ph type="sldNum" idx="12"/>
          </p:nvPr>
        </p:nvSpPr>
        <p:spPr>
          <a:xfrm>
            <a:off x="17474063" y="12481869"/>
            <a:ext cx="5689230" cy="461665"/>
          </a:xfrm>
          <a:prstGeom prst="rect">
            <a:avLst/>
          </a:prstGeom>
          <a:noFill/>
          <a:ln>
            <a:noFill/>
          </a:ln>
        </p:spPr>
        <p:txBody>
          <a:bodyPr spcFirstLastPara="1" wrap="square" lIns="45700" tIns="45700" rIns="45700" bIns="45700" anchor="ctr" anchorCtr="0">
            <a:noAutofit/>
          </a:bodyPr>
          <a:lstStyle>
            <a:lvl1pPr marL="0" marR="0" lvl="0" indent="0" algn="r" rtl="0">
              <a:spcBef>
                <a:spcPts val="0"/>
              </a:spcBef>
              <a:buNone/>
              <a:defRPr sz="2400">
                <a:solidFill>
                  <a:srgbClr val="888888"/>
                </a:solidFill>
                <a:latin typeface="Helvetica Neue"/>
                <a:ea typeface="Helvetica Neue"/>
                <a:cs typeface="Helvetica Neue"/>
                <a:sym typeface="Helvetica Neue"/>
              </a:defRPr>
            </a:lvl1pPr>
            <a:lvl2pPr marL="0" marR="0" lvl="1" indent="0" algn="r" rtl="0">
              <a:spcBef>
                <a:spcPts val="0"/>
              </a:spcBef>
              <a:buNone/>
              <a:defRPr sz="2400">
                <a:solidFill>
                  <a:srgbClr val="888888"/>
                </a:solidFill>
                <a:latin typeface="Helvetica Neue"/>
                <a:ea typeface="Helvetica Neue"/>
                <a:cs typeface="Helvetica Neue"/>
                <a:sym typeface="Helvetica Neue"/>
              </a:defRPr>
            </a:lvl2pPr>
            <a:lvl3pPr marL="0" marR="0" lvl="2" indent="0" algn="r" rtl="0">
              <a:spcBef>
                <a:spcPts val="0"/>
              </a:spcBef>
              <a:buNone/>
              <a:defRPr sz="2400">
                <a:solidFill>
                  <a:srgbClr val="888888"/>
                </a:solidFill>
                <a:latin typeface="Helvetica Neue"/>
                <a:ea typeface="Helvetica Neue"/>
                <a:cs typeface="Helvetica Neue"/>
                <a:sym typeface="Helvetica Neue"/>
              </a:defRPr>
            </a:lvl3pPr>
            <a:lvl4pPr marL="0" marR="0" lvl="3" indent="0" algn="r" rtl="0">
              <a:spcBef>
                <a:spcPts val="0"/>
              </a:spcBef>
              <a:buNone/>
              <a:defRPr sz="2400">
                <a:solidFill>
                  <a:srgbClr val="888888"/>
                </a:solidFill>
                <a:latin typeface="Helvetica Neue"/>
                <a:ea typeface="Helvetica Neue"/>
                <a:cs typeface="Helvetica Neue"/>
                <a:sym typeface="Helvetica Neue"/>
              </a:defRPr>
            </a:lvl4pPr>
            <a:lvl5pPr marL="0" marR="0" lvl="4" indent="0" algn="r" rtl="0">
              <a:spcBef>
                <a:spcPts val="0"/>
              </a:spcBef>
              <a:buNone/>
              <a:defRPr sz="2400">
                <a:solidFill>
                  <a:srgbClr val="888888"/>
                </a:solidFill>
                <a:latin typeface="Helvetica Neue"/>
                <a:ea typeface="Helvetica Neue"/>
                <a:cs typeface="Helvetica Neue"/>
                <a:sym typeface="Helvetica Neue"/>
              </a:defRPr>
            </a:lvl5pPr>
            <a:lvl6pPr marL="0" marR="0" lvl="5" indent="0" algn="r" rtl="0">
              <a:spcBef>
                <a:spcPts val="0"/>
              </a:spcBef>
              <a:buNone/>
              <a:defRPr sz="2400">
                <a:solidFill>
                  <a:srgbClr val="888888"/>
                </a:solidFill>
                <a:latin typeface="Helvetica Neue"/>
                <a:ea typeface="Helvetica Neue"/>
                <a:cs typeface="Helvetica Neue"/>
                <a:sym typeface="Helvetica Neue"/>
              </a:defRPr>
            </a:lvl6pPr>
            <a:lvl7pPr marL="0" marR="0" lvl="6" indent="0" algn="r" rtl="0">
              <a:spcBef>
                <a:spcPts val="0"/>
              </a:spcBef>
              <a:buNone/>
              <a:defRPr sz="2400">
                <a:solidFill>
                  <a:srgbClr val="888888"/>
                </a:solidFill>
                <a:latin typeface="Helvetica Neue"/>
                <a:ea typeface="Helvetica Neue"/>
                <a:cs typeface="Helvetica Neue"/>
                <a:sym typeface="Helvetica Neue"/>
              </a:defRPr>
            </a:lvl7pPr>
            <a:lvl8pPr marL="0" marR="0" lvl="7" indent="0" algn="r" rtl="0">
              <a:spcBef>
                <a:spcPts val="0"/>
              </a:spcBef>
              <a:buNone/>
              <a:defRPr sz="2400">
                <a:solidFill>
                  <a:srgbClr val="888888"/>
                </a:solidFill>
                <a:latin typeface="Helvetica Neue"/>
                <a:ea typeface="Helvetica Neue"/>
                <a:cs typeface="Helvetica Neue"/>
                <a:sym typeface="Helvetica Neue"/>
              </a:defRPr>
            </a:lvl8pPr>
            <a:lvl9pPr marL="0" marR="0" lvl="8" indent="0" algn="r" rtl="0">
              <a:spcBef>
                <a:spcPts val="0"/>
              </a:spcBef>
              <a:buNone/>
              <a:defRPr sz="2400">
                <a:solidFill>
                  <a:srgbClr val="888888"/>
                </a:solidFill>
                <a:latin typeface="Helvetica Neue"/>
                <a:ea typeface="Helvetica Neue"/>
                <a:cs typeface="Helvetica Neue"/>
                <a:sym typeface="Helvetica Neue"/>
              </a:defRPr>
            </a:lvl9pPr>
          </a:lstStyle>
          <a:p>
            <a:pPr marL="0" lvl="0" indent="0">
              <a:spcBef>
                <a:spcPts val="0"/>
              </a:spcBef>
              <a:spcAft>
                <a:spcPts val="0"/>
              </a:spcAft>
              <a:buNone/>
            </a:pPr>
            <a:fld id="{00000000-1234-1234-1234-123412341234}" type="slidenum">
              <a:rPr lang="en-AU"/>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matchingName="7_Title Slide">
  <p:cSld name="7_Title Slide">
    <p:bg>
      <p:bgPr>
        <a:solidFill>
          <a:schemeClr val="accent4"/>
        </a:solidFill>
        <a:effectLst/>
      </p:bgPr>
    </p:bg>
    <p:spTree>
      <p:nvGrpSpPr>
        <p:cNvPr id="1" name="Shape 630"/>
        <p:cNvGrpSpPr/>
        <p:nvPr/>
      </p:nvGrpSpPr>
      <p:grpSpPr>
        <a:xfrm>
          <a:off x="0" y="0"/>
          <a:ext cx="0" cy="0"/>
          <a:chOff x="0" y="0"/>
          <a:chExt cx="0" cy="0"/>
        </a:xfrm>
      </p:grpSpPr>
      <p:grpSp>
        <p:nvGrpSpPr>
          <p:cNvPr id="631" name="Shape 631"/>
          <p:cNvGrpSpPr/>
          <p:nvPr/>
        </p:nvGrpSpPr>
        <p:grpSpPr>
          <a:xfrm>
            <a:off x="1664459" y="0"/>
            <a:ext cx="21515671" cy="12396789"/>
            <a:chOff x="0" y="0"/>
            <a:chExt cx="21505862" cy="12396788"/>
          </a:xfrm>
        </p:grpSpPr>
        <p:sp>
          <p:nvSpPr>
            <p:cNvPr id="632" name="Shape 632"/>
            <p:cNvSpPr/>
            <p:nvPr/>
          </p:nvSpPr>
          <p:spPr>
            <a:xfrm>
              <a:off x="21462998" y="11404600"/>
              <a:ext cx="30164" cy="992188"/>
            </a:xfrm>
            <a:custGeom>
              <a:avLst/>
              <a:gdLst/>
              <a:ahLst/>
              <a:cxnLst/>
              <a:rect l="0" t="0" r="0" b="0"/>
              <a:pathLst>
                <a:path w="21600" h="21600" extrusionOk="0">
                  <a:moveTo>
                    <a:pt x="21600" y="21600"/>
                  </a:moveTo>
                  <a:lnTo>
                    <a:pt x="0" y="21600"/>
                  </a:lnTo>
                  <a:lnTo>
                    <a:pt x="0" y="0"/>
                  </a:lnTo>
                  <a:lnTo>
                    <a:pt x="21600" y="0"/>
                  </a:lnTo>
                  <a:cubicBezTo>
                    <a:pt x="21600" y="0"/>
                    <a:pt x="21600" y="21600"/>
                    <a:pt x="2160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633" name="Shape 633"/>
            <p:cNvSpPr/>
            <p:nvPr/>
          </p:nvSpPr>
          <p:spPr>
            <a:xfrm>
              <a:off x="21475698" y="3733800"/>
              <a:ext cx="30164" cy="4705350"/>
            </a:xfrm>
            <a:custGeom>
              <a:avLst/>
              <a:gdLst/>
              <a:ahLst/>
              <a:cxnLst/>
              <a:rect l="0" t="0" r="0" b="0"/>
              <a:pathLst>
                <a:path w="21600" h="21600" extrusionOk="0">
                  <a:moveTo>
                    <a:pt x="21600" y="21600"/>
                  </a:moveTo>
                  <a:lnTo>
                    <a:pt x="0" y="21600"/>
                  </a:lnTo>
                  <a:lnTo>
                    <a:pt x="0" y="0"/>
                  </a:lnTo>
                  <a:lnTo>
                    <a:pt x="21600" y="0"/>
                  </a:lnTo>
                  <a:cubicBezTo>
                    <a:pt x="21600" y="0"/>
                    <a:pt x="21600" y="21600"/>
                    <a:pt x="2160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634" name="Shape 634"/>
            <p:cNvSpPr/>
            <p:nvPr/>
          </p:nvSpPr>
          <p:spPr>
            <a:xfrm>
              <a:off x="20370798" y="0"/>
              <a:ext cx="30164" cy="984251"/>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635" name="Shape 635"/>
            <p:cNvSpPr/>
            <p:nvPr/>
          </p:nvSpPr>
          <p:spPr>
            <a:xfrm>
              <a:off x="18427698" y="11404600"/>
              <a:ext cx="30164" cy="992188"/>
            </a:xfrm>
            <a:custGeom>
              <a:avLst/>
              <a:gdLst/>
              <a:ahLst/>
              <a:cxnLst/>
              <a:rect l="0" t="0" r="0" b="0"/>
              <a:pathLst>
                <a:path w="21600" h="21600" extrusionOk="0">
                  <a:moveTo>
                    <a:pt x="21600" y="21600"/>
                  </a:moveTo>
                  <a:lnTo>
                    <a:pt x="0" y="21600"/>
                  </a:lnTo>
                  <a:lnTo>
                    <a:pt x="0" y="0"/>
                  </a:lnTo>
                  <a:lnTo>
                    <a:pt x="21600" y="0"/>
                  </a:lnTo>
                  <a:cubicBezTo>
                    <a:pt x="21600" y="0"/>
                    <a:pt x="21600" y="21600"/>
                    <a:pt x="2160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636" name="Shape 636"/>
            <p:cNvSpPr/>
            <p:nvPr/>
          </p:nvSpPr>
          <p:spPr>
            <a:xfrm>
              <a:off x="18351498" y="3962400"/>
              <a:ext cx="30164" cy="4705350"/>
            </a:xfrm>
            <a:custGeom>
              <a:avLst/>
              <a:gdLst/>
              <a:ahLst/>
              <a:cxnLst/>
              <a:rect l="0" t="0" r="0" b="0"/>
              <a:pathLst>
                <a:path w="21600" h="21600" extrusionOk="0">
                  <a:moveTo>
                    <a:pt x="21600" y="21600"/>
                  </a:moveTo>
                  <a:lnTo>
                    <a:pt x="0" y="21600"/>
                  </a:lnTo>
                  <a:lnTo>
                    <a:pt x="0" y="0"/>
                  </a:lnTo>
                  <a:lnTo>
                    <a:pt x="21600" y="0"/>
                  </a:lnTo>
                  <a:cubicBezTo>
                    <a:pt x="21600" y="0"/>
                    <a:pt x="21600" y="21600"/>
                    <a:pt x="2160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637" name="Shape 637"/>
            <p:cNvSpPr/>
            <p:nvPr/>
          </p:nvSpPr>
          <p:spPr>
            <a:xfrm>
              <a:off x="14630400" y="88900"/>
              <a:ext cx="30163" cy="1069976"/>
            </a:xfrm>
            <a:custGeom>
              <a:avLst/>
              <a:gdLst/>
              <a:ahLst/>
              <a:cxnLst/>
              <a:rect l="0" t="0" r="0" b="0"/>
              <a:pathLst>
                <a:path w="21600" h="21600" extrusionOk="0">
                  <a:moveTo>
                    <a:pt x="21600" y="21600"/>
                  </a:moveTo>
                  <a:lnTo>
                    <a:pt x="0" y="21600"/>
                  </a:lnTo>
                  <a:lnTo>
                    <a:pt x="0" y="0"/>
                  </a:lnTo>
                  <a:lnTo>
                    <a:pt x="21600" y="0"/>
                  </a:lnTo>
                  <a:cubicBezTo>
                    <a:pt x="21600" y="0"/>
                    <a:pt x="21600" y="21600"/>
                    <a:pt x="2160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638" name="Shape 638"/>
            <p:cNvSpPr/>
            <p:nvPr/>
          </p:nvSpPr>
          <p:spPr>
            <a:xfrm>
              <a:off x="15392400" y="11379200"/>
              <a:ext cx="30163" cy="992188"/>
            </a:xfrm>
            <a:custGeom>
              <a:avLst/>
              <a:gdLst/>
              <a:ahLst/>
              <a:cxnLst/>
              <a:rect l="0" t="0" r="0" b="0"/>
              <a:pathLst>
                <a:path w="21600" h="21600" extrusionOk="0">
                  <a:moveTo>
                    <a:pt x="21600" y="21600"/>
                  </a:moveTo>
                  <a:lnTo>
                    <a:pt x="0" y="21600"/>
                  </a:lnTo>
                  <a:lnTo>
                    <a:pt x="0" y="0"/>
                  </a:lnTo>
                  <a:lnTo>
                    <a:pt x="21600" y="0"/>
                  </a:lnTo>
                  <a:cubicBezTo>
                    <a:pt x="21600" y="0"/>
                    <a:pt x="21600" y="21600"/>
                    <a:pt x="2160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639" name="Shape 639"/>
            <p:cNvSpPr/>
            <p:nvPr/>
          </p:nvSpPr>
          <p:spPr>
            <a:xfrm>
              <a:off x="14820900" y="3987800"/>
              <a:ext cx="30163" cy="4705350"/>
            </a:xfrm>
            <a:custGeom>
              <a:avLst/>
              <a:gdLst/>
              <a:ahLst/>
              <a:cxnLst/>
              <a:rect l="0" t="0" r="0" b="0"/>
              <a:pathLst>
                <a:path w="21600" h="21600" extrusionOk="0">
                  <a:moveTo>
                    <a:pt x="21600" y="21600"/>
                  </a:moveTo>
                  <a:lnTo>
                    <a:pt x="0" y="21600"/>
                  </a:lnTo>
                  <a:lnTo>
                    <a:pt x="0" y="0"/>
                  </a:lnTo>
                  <a:lnTo>
                    <a:pt x="21600" y="0"/>
                  </a:lnTo>
                  <a:cubicBezTo>
                    <a:pt x="21600" y="0"/>
                    <a:pt x="21600" y="21600"/>
                    <a:pt x="2160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640" name="Shape 640"/>
            <p:cNvSpPr/>
            <p:nvPr/>
          </p:nvSpPr>
          <p:spPr>
            <a:xfrm>
              <a:off x="15392400" y="266700"/>
              <a:ext cx="30163" cy="1069976"/>
            </a:xfrm>
            <a:custGeom>
              <a:avLst/>
              <a:gdLst/>
              <a:ahLst/>
              <a:cxnLst/>
              <a:rect l="0" t="0" r="0" b="0"/>
              <a:pathLst>
                <a:path w="21600" h="21600" extrusionOk="0">
                  <a:moveTo>
                    <a:pt x="21600" y="21600"/>
                  </a:moveTo>
                  <a:lnTo>
                    <a:pt x="0" y="21600"/>
                  </a:lnTo>
                  <a:lnTo>
                    <a:pt x="0" y="0"/>
                  </a:lnTo>
                  <a:lnTo>
                    <a:pt x="21600" y="0"/>
                  </a:lnTo>
                  <a:cubicBezTo>
                    <a:pt x="21600" y="0"/>
                    <a:pt x="21600" y="21600"/>
                    <a:pt x="2160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641" name="Shape 641"/>
            <p:cNvSpPr/>
            <p:nvPr/>
          </p:nvSpPr>
          <p:spPr>
            <a:xfrm>
              <a:off x="12357100" y="11404600"/>
              <a:ext cx="30163" cy="992188"/>
            </a:xfrm>
            <a:custGeom>
              <a:avLst/>
              <a:gdLst/>
              <a:ahLst/>
              <a:cxnLst/>
              <a:rect l="0" t="0" r="0" b="0"/>
              <a:pathLst>
                <a:path w="21600" h="21600" extrusionOk="0">
                  <a:moveTo>
                    <a:pt x="21600" y="21600"/>
                  </a:moveTo>
                  <a:lnTo>
                    <a:pt x="0" y="21600"/>
                  </a:lnTo>
                  <a:lnTo>
                    <a:pt x="0" y="0"/>
                  </a:lnTo>
                  <a:lnTo>
                    <a:pt x="21600" y="0"/>
                  </a:lnTo>
                  <a:cubicBezTo>
                    <a:pt x="21600" y="0"/>
                    <a:pt x="21600" y="21600"/>
                    <a:pt x="2160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642" name="Shape 642"/>
            <p:cNvSpPr/>
            <p:nvPr/>
          </p:nvSpPr>
          <p:spPr>
            <a:xfrm>
              <a:off x="12369800" y="3987800"/>
              <a:ext cx="30163" cy="4705350"/>
            </a:xfrm>
            <a:custGeom>
              <a:avLst/>
              <a:gdLst/>
              <a:ahLst/>
              <a:cxnLst/>
              <a:rect l="0" t="0" r="0" b="0"/>
              <a:pathLst>
                <a:path w="21600" h="21600" extrusionOk="0">
                  <a:moveTo>
                    <a:pt x="21600" y="21600"/>
                  </a:moveTo>
                  <a:lnTo>
                    <a:pt x="0" y="21600"/>
                  </a:lnTo>
                  <a:lnTo>
                    <a:pt x="0" y="0"/>
                  </a:lnTo>
                  <a:lnTo>
                    <a:pt x="21600" y="0"/>
                  </a:lnTo>
                  <a:cubicBezTo>
                    <a:pt x="21600" y="0"/>
                    <a:pt x="21600" y="21600"/>
                    <a:pt x="2160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643" name="Shape 643"/>
            <p:cNvSpPr/>
            <p:nvPr/>
          </p:nvSpPr>
          <p:spPr>
            <a:xfrm>
              <a:off x="11887200" y="228600"/>
              <a:ext cx="30163" cy="1069976"/>
            </a:xfrm>
            <a:custGeom>
              <a:avLst/>
              <a:gdLst/>
              <a:ahLst/>
              <a:cxnLst/>
              <a:rect l="0" t="0" r="0" b="0"/>
              <a:pathLst>
                <a:path w="21600" h="21600" extrusionOk="0">
                  <a:moveTo>
                    <a:pt x="21600" y="21600"/>
                  </a:moveTo>
                  <a:lnTo>
                    <a:pt x="0" y="21600"/>
                  </a:lnTo>
                  <a:lnTo>
                    <a:pt x="0" y="0"/>
                  </a:lnTo>
                  <a:lnTo>
                    <a:pt x="21600" y="0"/>
                  </a:lnTo>
                  <a:cubicBezTo>
                    <a:pt x="21600" y="0"/>
                    <a:pt x="21600" y="21600"/>
                    <a:pt x="2160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644" name="Shape 644"/>
            <p:cNvSpPr/>
            <p:nvPr/>
          </p:nvSpPr>
          <p:spPr>
            <a:xfrm>
              <a:off x="8750300" y="11404600"/>
              <a:ext cx="30163" cy="992188"/>
            </a:xfrm>
            <a:custGeom>
              <a:avLst/>
              <a:gdLst/>
              <a:ahLst/>
              <a:cxnLst/>
              <a:rect l="0" t="0" r="0" b="0"/>
              <a:pathLst>
                <a:path w="21600" h="21600" extrusionOk="0">
                  <a:moveTo>
                    <a:pt x="21600" y="21600"/>
                  </a:moveTo>
                  <a:lnTo>
                    <a:pt x="0" y="21600"/>
                  </a:lnTo>
                  <a:lnTo>
                    <a:pt x="0" y="0"/>
                  </a:lnTo>
                  <a:lnTo>
                    <a:pt x="21600" y="0"/>
                  </a:lnTo>
                  <a:cubicBezTo>
                    <a:pt x="21600" y="0"/>
                    <a:pt x="21600" y="21600"/>
                    <a:pt x="2160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645" name="Shape 645"/>
            <p:cNvSpPr/>
            <p:nvPr/>
          </p:nvSpPr>
          <p:spPr>
            <a:xfrm>
              <a:off x="9321800" y="3797300"/>
              <a:ext cx="30163" cy="4705350"/>
            </a:xfrm>
            <a:custGeom>
              <a:avLst/>
              <a:gdLst/>
              <a:ahLst/>
              <a:cxnLst/>
              <a:rect l="0" t="0" r="0" b="0"/>
              <a:pathLst>
                <a:path w="21600" h="21600" extrusionOk="0">
                  <a:moveTo>
                    <a:pt x="21600" y="21600"/>
                  </a:moveTo>
                  <a:lnTo>
                    <a:pt x="0" y="21600"/>
                  </a:lnTo>
                  <a:lnTo>
                    <a:pt x="0" y="0"/>
                  </a:lnTo>
                  <a:lnTo>
                    <a:pt x="21600" y="0"/>
                  </a:lnTo>
                  <a:cubicBezTo>
                    <a:pt x="21600" y="0"/>
                    <a:pt x="21600" y="21600"/>
                    <a:pt x="2160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646" name="Shape 646"/>
            <p:cNvSpPr/>
            <p:nvPr/>
          </p:nvSpPr>
          <p:spPr>
            <a:xfrm>
              <a:off x="9296400" y="152400"/>
              <a:ext cx="30163" cy="1069976"/>
            </a:xfrm>
            <a:custGeom>
              <a:avLst/>
              <a:gdLst/>
              <a:ahLst/>
              <a:cxnLst/>
              <a:rect l="0" t="0" r="0" b="0"/>
              <a:pathLst>
                <a:path w="21600" h="21600" extrusionOk="0">
                  <a:moveTo>
                    <a:pt x="21600" y="21600"/>
                  </a:moveTo>
                  <a:lnTo>
                    <a:pt x="0" y="21600"/>
                  </a:lnTo>
                  <a:lnTo>
                    <a:pt x="0" y="0"/>
                  </a:lnTo>
                  <a:lnTo>
                    <a:pt x="21600" y="0"/>
                  </a:lnTo>
                  <a:cubicBezTo>
                    <a:pt x="21600" y="0"/>
                    <a:pt x="21600" y="21600"/>
                    <a:pt x="2160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647" name="Shape 647"/>
            <p:cNvSpPr/>
            <p:nvPr/>
          </p:nvSpPr>
          <p:spPr>
            <a:xfrm>
              <a:off x="2806700" y="11391900"/>
              <a:ext cx="30164" cy="992188"/>
            </a:xfrm>
            <a:custGeom>
              <a:avLst/>
              <a:gdLst/>
              <a:ahLst/>
              <a:cxnLst/>
              <a:rect l="0" t="0" r="0" b="0"/>
              <a:pathLst>
                <a:path w="21600" h="21600" extrusionOk="0">
                  <a:moveTo>
                    <a:pt x="21600" y="21600"/>
                  </a:moveTo>
                  <a:lnTo>
                    <a:pt x="0" y="21600"/>
                  </a:lnTo>
                  <a:lnTo>
                    <a:pt x="0" y="0"/>
                  </a:lnTo>
                  <a:lnTo>
                    <a:pt x="21600" y="0"/>
                  </a:lnTo>
                  <a:cubicBezTo>
                    <a:pt x="21600" y="0"/>
                    <a:pt x="21600" y="21600"/>
                    <a:pt x="2160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648" name="Shape 648"/>
            <p:cNvSpPr/>
            <p:nvPr/>
          </p:nvSpPr>
          <p:spPr>
            <a:xfrm>
              <a:off x="6299200" y="3987800"/>
              <a:ext cx="30163" cy="4705350"/>
            </a:xfrm>
            <a:custGeom>
              <a:avLst/>
              <a:gdLst/>
              <a:ahLst/>
              <a:cxnLst/>
              <a:rect l="0" t="0" r="0" b="0"/>
              <a:pathLst>
                <a:path w="21600" h="21600" extrusionOk="0">
                  <a:moveTo>
                    <a:pt x="21600" y="21600"/>
                  </a:moveTo>
                  <a:lnTo>
                    <a:pt x="0" y="21600"/>
                  </a:lnTo>
                  <a:lnTo>
                    <a:pt x="0" y="0"/>
                  </a:lnTo>
                  <a:lnTo>
                    <a:pt x="21600" y="0"/>
                  </a:lnTo>
                  <a:cubicBezTo>
                    <a:pt x="21600" y="0"/>
                    <a:pt x="21600" y="21600"/>
                    <a:pt x="2160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649" name="Shape 649"/>
            <p:cNvSpPr/>
            <p:nvPr/>
          </p:nvSpPr>
          <p:spPr>
            <a:xfrm>
              <a:off x="6261100" y="0"/>
              <a:ext cx="30163" cy="974726"/>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650" name="Shape 650"/>
            <p:cNvSpPr/>
            <p:nvPr/>
          </p:nvSpPr>
          <p:spPr>
            <a:xfrm>
              <a:off x="3213100" y="10972800"/>
              <a:ext cx="30164" cy="992188"/>
            </a:xfrm>
            <a:custGeom>
              <a:avLst/>
              <a:gdLst/>
              <a:ahLst/>
              <a:cxnLst/>
              <a:rect l="0" t="0" r="0" b="0"/>
              <a:pathLst>
                <a:path w="21600" h="21600" extrusionOk="0">
                  <a:moveTo>
                    <a:pt x="21600" y="21600"/>
                  </a:moveTo>
                  <a:lnTo>
                    <a:pt x="0" y="21600"/>
                  </a:lnTo>
                  <a:lnTo>
                    <a:pt x="0" y="0"/>
                  </a:lnTo>
                  <a:lnTo>
                    <a:pt x="21600" y="0"/>
                  </a:lnTo>
                  <a:cubicBezTo>
                    <a:pt x="21600" y="0"/>
                    <a:pt x="21600" y="21600"/>
                    <a:pt x="2160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651" name="Shape 651"/>
            <p:cNvSpPr/>
            <p:nvPr/>
          </p:nvSpPr>
          <p:spPr>
            <a:xfrm>
              <a:off x="3352800" y="254000"/>
              <a:ext cx="30164" cy="1069976"/>
            </a:xfrm>
            <a:custGeom>
              <a:avLst/>
              <a:gdLst/>
              <a:ahLst/>
              <a:cxnLst/>
              <a:rect l="0" t="0" r="0" b="0"/>
              <a:pathLst>
                <a:path w="21600" h="21600" extrusionOk="0">
                  <a:moveTo>
                    <a:pt x="21600" y="21600"/>
                  </a:moveTo>
                  <a:lnTo>
                    <a:pt x="0" y="21600"/>
                  </a:lnTo>
                  <a:lnTo>
                    <a:pt x="0" y="0"/>
                  </a:lnTo>
                  <a:lnTo>
                    <a:pt x="21600" y="0"/>
                  </a:lnTo>
                  <a:cubicBezTo>
                    <a:pt x="21600" y="0"/>
                    <a:pt x="21600" y="21600"/>
                    <a:pt x="2160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652" name="Shape 652"/>
            <p:cNvSpPr/>
            <p:nvPr/>
          </p:nvSpPr>
          <p:spPr>
            <a:xfrm>
              <a:off x="0" y="11379200"/>
              <a:ext cx="30164" cy="992188"/>
            </a:xfrm>
            <a:custGeom>
              <a:avLst/>
              <a:gdLst/>
              <a:ahLst/>
              <a:cxnLst/>
              <a:rect l="0" t="0" r="0" b="0"/>
              <a:pathLst>
                <a:path w="21600" h="21600" extrusionOk="0">
                  <a:moveTo>
                    <a:pt x="21600" y="21600"/>
                  </a:moveTo>
                  <a:lnTo>
                    <a:pt x="0" y="21600"/>
                  </a:lnTo>
                  <a:lnTo>
                    <a:pt x="0" y="0"/>
                  </a:lnTo>
                  <a:lnTo>
                    <a:pt x="21600" y="0"/>
                  </a:lnTo>
                  <a:cubicBezTo>
                    <a:pt x="21600" y="0"/>
                    <a:pt x="21600" y="21600"/>
                    <a:pt x="2160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653" name="Shape 653"/>
            <p:cNvSpPr/>
            <p:nvPr/>
          </p:nvSpPr>
          <p:spPr>
            <a:xfrm>
              <a:off x="114300" y="3987800"/>
              <a:ext cx="30164" cy="4705350"/>
            </a:xfrm>
            <a:custGeom>
              <a:avLst/>
              <a:gdLst/>
              <a:ahLst/>
              <a:cxnLst/>
              <a:rect l="0" t="0" r="0" b="0"/>
              <a:pathLst>
                <a:path w="21600" h="21600" extrusionOk="0">
                  <a:moveTo>
                    <a:pt x="21600" y="21600"/>
                  </a:moveTo>
                  <a:lnTo>
                    <a:pt x="0" y="21600"/>
                  </a:lnTo>
                  <a:lnTo>
                    <a:pt x="0" y="0"/>
                  </a:lnTo>
                  <a:lnTo>
                    <a:pt x="21600" y="0"/>
                  </a:lnTo>
                  <a:cubicBezTo>
                    <a:pt x="21600" y="0"/>
                    <a:pt x="21600" y="21600"/>
                    <a:pt x="2160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654" name="Shape 654"/>
            <p:cNvSpPr/>
            <p:nvPr/>
          </p:nvSpPr>
          <p:spPr>
            <a:xfrm>
              <a:off x="177800" y="254000"/>
              <a:ext cx="30164" cy="1069976"/>
            </a:xfrm>
            <a:custGeom>
              <a:avLst/>
              <a:gdLst/>
              <a:ahLst/>
              <a:cxnLst/>
              <a:rect l="0" t="0" r="0" b="0"/>
              <a:pathLst>
                <a:path w="21600" h="21600" extrusionOk="0">
                  <a:moveTo>
                    <a:pt x="21600" y="21600"/>
                  </a:moveTo>
                  <a:lnTo>
                    <a:pt x="0" y="21600"/>
                  </a:lnTo>
                  <a:lnTo>
                    <a:pt x="0" y="0"/>
                  </a:lnTo>
                  <a:lnTo>
                    <a:pt x="21600" y="0"/>
                  </a:lnTo>
                  <a:cubicBezTo>
                    <a:pt x="21600" y="0"/>
                    <a:pt x="21600" y="21600"/>
                    <a:pt x="2160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grpSp>
      <p:sp>
        <p:nvSpPr>
          <p:cNvPr id="655" name="Shape 655"/>
          <p:cNvSpPr txBox="1">
            <a:spLocks noGrp="1"/>
          </p:cNvSpPr>
          <p:nvPr>
            <p:ph type="title"/>
          </p:nvPr>
        </p:nvSpPr>
        <p:spPr>
          <a:xfrm>
            <a:off x="1375567" y="1957148"/>
            <a:ext cx="15632335" cy="4775201"/>
          </a:xfrm>
          <a:prstGeom prst="rect">
            <a:avLst/>
          </a:prstGeom>
          <a:noFill/>
          <a:ln>
            <a:noFill/>
          </a:ln>
        </p:spPr>
        <p:txBody>
          <a:bodyPr spcFirstLastPara="1" wrap="square" lIns="91425" tIns="91425" rIns="91425" bIns="91425" anchor="t" anchorCtr="0"/>
          <a:lstStyle>
            <a:lvl1pPr marR="0" lvl="0" algn="l" rtl="0">
              <a:lnSpc>
                <a:spcPct val="104000"/>
              </a:lnSpc>
              <a:spcBef>
                <a:spcPts val="0"/>
              </a:spcBef>
              <a:spcAft>
                <a:spcPts val="0"/>
              </a:spcAft>
              <a:buClr>
                <a:srgbClr val="FEFEFE"/>
              </a:buClr>
              <a:buSzPts val="10000"/>
              <a:buFont typeface="Arial"/>
              <a:buNone/>
              <a:defRPr sz="10000" b="0" i="0" u="none" strike="noStrike" cap="none">
                <a:solidFill>
                  <a:srgbClr val="FEFEFE"/>
                </a:solidFill>
                <a:latin typeface="Arial"/>
                <a:ea typeface="Arial"/>
                <a:cs typeface="Arial"/>
                <a:sym typeface="Arial"/>
              </a:defRPr>
            </a:lvl1pPr>
            <a:lvl2pPr marR="0" lvl="1" algn="l" rtl="0">
              <a:lnSpc>
                <a:spcPct val="104000"/>
              </a:lnSpc>
              <a:spcBef>
                <a:spcPts val="0"/>
              </a:spcBef>
              <a:spcAft>
                <a:spcPts val="0"/>
              </a:spcAft>
              <a:buClr>
                <a:srgbClr val="FEFEFE"/>
              </a:buClr>
              <a:buSzPts val="10000"/>
              <a:buFont typeface="Arial"/>
              <a:buNone/>
              <a:defRPr sz="10000" b="0" i="0" u="none" strike="noStrike" cap="none">
                <a:solidFill>
                  <a:srgbClr val="FEFEFE"/>
                </a:solidFill>
                <a:latin typeface="Arial"/>
                <a:ea typeface="Arial"/>
                <a:cs typeface="Arial"/>
                <a:sym typeface="Arial"/>
              </a:defRPr>
            </a:lvl2pPr>
            <a:lvl3pPr marR="0" lvl="2" algn="l" rtl="0">
              <a:lnSpc>
                <a:spcPct val="104000"/>
              </a:lnSpc>
              <a:spcBef>
                <a:spcPts val="0"/>
              </a:spcBef>
              <a:spcAft>
                <a:spcPts val="0"/>
              </a:spcAft>
              <a:buClr>
                <a:srgbClr val="FEFEFE"/>
              </a:buClr>
              <a:buSzPts val="10000"/>
              <a:buFont typeface="Arial"/>
              <a:buNone/>
              <a:defRPr sz="10000" b="0" i="0" u="none" strike="noStrike" cap="none">
                <a:solidFill>
                  <a:srgbClr val="FEFEFE"/>
                </a:solidFill>
                <a:latin typeface="Arial"/>
                <a:ea typeface="Arial"/>
                <a:cs typeface="Arial"/>
                <a:sym typeface="Arial"/>
              </a:defRPr>
            </a:lvl3pPr>
            <a:lvl4pPr marR="0" lvl="3" algn="l" rtl="0">
              <a:lnSpc>
                <a:spcPct val="104000"/>
              </a:lnSpc>
              <a:spcBef>
                <a:spcPts val="0"/>
              </a:spcBef>
              <a:spcAft>
                <a:spcPts val="0"/>
              </a:spcAft>
              <a:buClr>
                <a:srgbClr val="FEFEFE"/>
              </a:buClr>
              <a:buSzPts val="10000"/>
              <a:buFont typeface="Arial"/>
              <a:buNone/>
              <a:defRPr sz="10000" b="0" i="0" u="none" strike="noStrike" cap="none">
                <a:solidFill>
                  <a:srgbClr val="FEFEFE"/>
                </a:solidFill>
                <a:latin typeface="Arial"/>
                <a:ea typeface="Arial"/>
                <a:cs typeface="Arial"/>
                <a:sym typeface="Arial"/>
              </a:defRPr>
            </a:lvl4pPr>
            <a:lvl5pPr marR="0" lvl="4" algn="l" rtl="0">
              <a:lnSpc>
                <a:spcPct val="104000"/>
              </a:lnSpc>
              <a:spcBef>
                <a:spcPts val="0"/>
              </a:spcBef>
              <a:spcAft>
                <a:spcPts val="0"/>
              </a:spcAft>
              <a:buClr>
                <a:srgbClr val="FEFEFE"/>
              </a:buClr>
              <a:buSzPts val="10000"/>
              <a:buFont typeface="Arial"/>
              <a:buNone/>
              <a:defRPr sz="10000" b="0" i="0" u="none" strike="noStrike" cap="none">
                <a:solidFill>
                  <a:srgbClr val="FEFEFE"/>
                </a:solidFill>
                <a:latin typeface="Arial"/>
                <a:ea typeface="Arial"/>
                <a:cs typeface="Arial"/>
                <a:sym typeface="Arial"/>
              </a:defRPr>
            </a:lvl5pPr>
            <a:lvl6pPr marR="0" lvl="5" algn="l" rtl="0">
              <a:lnSpc>
                <a:spcPct val="104000"/>
              </a:lnSpc>
              <a:spcBef>
                <a:spcPts val="0"/>
              </a:spcBef>
              <a:spcAft>
                <a:spcPts val="0"/>
              </a:spcAft>
              <a:buClr>
                <a:srgbClr val="FEFEFE"/>
              </a:buClr>
              <a:buSzPts val="10000"/>
              <a:buFont typeface="Arial"/>
              <a:buNone/>
              <a:defRPr sz="10000" b="0" i="0" u="none" strike="noStrike" cap="none">
                <a:solidFill>
                  <a:srgbClr val="FEFEFE"/>
                </a:solidFill>
                <a:latin typeface="Arial"/>
                <a:ea typeface="Arial"/>
                <a:cs typeface="Arial"/>
                <a:sym typeface="Arial"/>
              </a:defRPr>
            </a:lvl6pPr>
            <a:lvl7pPr marR="0" lvl="6" algn="l" rtl="0">
              <a:lnSpc>
                <a:spcPct val="104000"/>
              </a:lnSpc>
              <a:spcBef>
                <a:spcPts val="0"/>
              </a:spcBef>
              <a:spcAft>
                <a:spcPts val="0"/>
              </a:spcAft>
              <a:buClr>
                <a:srgbClr val="FEFEFE"/>
              </a:buClr>
              <a:buSzPts val="10000"/>
              <a:buFont typeface="Arial"/>
              <a:buNone/>
              <a:defRPr sz="10000" b="0" i="0" u="none" strike="noStrike" cap="none">
                <a:solidFill>
                  <a:srgbClr val="FEFEFE"/>
                </a:solidFill>
                <a:latin typeface="Arial"/>
                <a:ea typeface="Arial"/>
                <a:cs typeface="Arial"/>
                <a:sym typeface="Arial"/>
              </a:defRPr>
            </a:lvl7pPr>
            <a:lvl8pPr marR="0" lvl="7" algn="l" rtl="0">
              <a:lnSpc>
                <a:spcPct val="104000"/>
              </a:lnSpc>
              <a:spcBef>
                <a:spcPts val="0"/>
              </a:spcBef>
              <a:spcAft>
                <a:spcPts val="0"/>
              </a:spcAft>
              <a:buClr>
                <a:srgbClr val="FEFEFE"/>
              </a:buClr>
              <a:buSzPts val="10000"/>
              <a:buFont typeface="Arial"/>
              <a:buNone/>
              <a:defRPr sz="10000" b="0" i="0" u="none" strike="noStrike" cap="none">
                <a:solidFill>
                  <a:srgbClr val="FEFEFE"/>
                </a:solidFill>
                <a:latin typeface="Arial"/>
                <a:ea typeface="Arial"/>
                <a:cs typeface="Arial"/>
                <a:sym typeface="Arial"/>
              </a:defRPr>
            </a:lvl8pPr>
            <a:lvl9pPr marR="0" lvl="8" algn="l" rtl="0">
              <a:lnSpc>
                <a:spcPct val="104000"/>
              </a:lnSpc>
              <a:spcBef>
                <a:spcPts val="0"/>
              </a:spcBef>
              <a:spcAft>
                <a:spcPts val="0"/>
              </a:spcAft>
              <a:buClr>
                <a:srgbClr val="FEFEFE"/>
              </a:buClr>
              <a:buSzPts val="10000"/>
              <a:buFont typeface="Arial"/>
              <a:buNone/>
              <a:defRPr sz="10000" b="0" i="0" u="none" strike="noStrike" cap="none">
                <a:solidFill>
                  <a:srgbClr val="FEFEFE"/>
                </a:solidFill>
                <a:latin typeface="Arial"/>
                <a:ea typeface="Arial"/>
                <a:cs typeface="Arial"/>
                <a:sym typeface="Arial"/>
              </a:defRPr>
            </a:lvl9pPr>
          </a:lstStyle>
          <a:p>
            <a:endParaRPr/>
          </a:p>
        </p:txBody>
      </p:sp>
      <p:sp>
        <p:nvSpPr>
          <p:cNvPr id="656" name="Shape 656"/>
          <p:cNvSpPr txBox="1">
            <a:spLocks noGrp="1"/>
          </p:cNvSpPr>
          <p:nvPr>
            <p:ph type="body" idx="1"/>
          </p:nvPr>
        </p:nvSpPr>
        <p:spPr>
          <a:xfrm>
            <a:off x="7649297" y="6222897"/>
            <a:ext cx="6897911" cy="2405147"/>
          </a:xfrm>
          <a:prstGeom prst="rect">
            <a:avLst/>
          </a:prstGeom>
          <a:noFill/>
          <a:ln>
            <a:noFill/>
          </a:ln>
        </p:spPr>
        <p:txBody>
          <a:bodyPr spcFirstLastPara="1" wrap="square" lIns="91425" tIns="91425" rIns="91425" bIns="91425" anchor="t" anchorCtr="0"/>
          <a:lstStyle>
            <a:lvl1pPr marL="457200" marR="0" lvl="0" indent="-228600" algn="l" rtl="0">
              <a:lnSpc>
                <a:spcPct val="90000"/>
              </a:lnSpc>
              <a:spcBef>
                <a:spcPts val="2000"/>
              </a:spcBef>
              <a:spcAft>
                <a:spcPts val="0"/>
              </a:spcAft>
              <a:buClr>
                <a:srgbClr val="FEFEFE"/>
              </a:buClr>
              <a:buSzPts val="3000"/>
              <a:buFont typeface="Arial"/>
              <a:buNone/>
              <a:defRPr sz="3000" b="0" i="0" u="none" strike="noStrike" cap="none">
                <a:solidFill>
                  <a:srgbClr val="FEFEFE"/>
                </a:solidFill>
                <a:latin typeface="Arial"/>
                <a:ea typeface="Arial"/>
                <a:cs typeface="Arial"/>
                <a:sym typeface="Arial"/>
              </a:defRPr>
            </a:lvl1pPr>
            <a:lvl2pPr marL="914400" marR="0" lvl="1" indent="-228600" algn="l" rtl="0">
              <a:lnSpc>
                <a:spcPct val="90000"/>
              </a:lnSpc>
              <a:spcBef>
                <a:spcPts val="2000"/>
              </a:spcBef>
              <a:spcAft>
                <a:spcPts val="0"/>
              </a:spcAft>
              <a:buClr>
                <a:srgbClr val="FEFEFE"/>
              </a:buClr>
              <a:buSzPts val="3000"/>
              <a:buFont typeface="Arial"/>
              <a:buNone/>
              <a:defRPr sz="3000" b="0" i="0" u="none" strike="noStrike" cap="none">
                <a:solidFill>
                  <a:srgbClr val="FEFEFE"/>
                </a:solidFill>
                <a:latin typeface="Arial"/>
                <a:ea typeface="Arial"/>
                <a:cs typeface="Arial"/>
                <a:sym typeface="Arial"/>
              </a:defRPr>
            </a:lvl2pPr>
            <a:lvl3pPr marL="1371600" marR="0" lvl="2" indent="-228600" algn="l" rtl="0">
              <a:lnSpc>
                <a:spcPct val="90000"/>
              </a:lnSpc>
              <a:spcBef>
                <a:spcPts val="2000"/>
              </a:spcBef>
              <a:spcAft>
                <a:spcPts val="0"/>
              </a:spcAft>
              <a:buClr>
                <a:srgbClr val="FEFEFE"/>
              </a:buClr>
              <a:buSzPts val="3000"/>
              <a:buFont typeface="Arial"/>
              <a:buNone/>
              <a:defRPr sz="3000" b="0" i="0" u="none" strike="noStrike" cap="none">
                <a:solidFill>
                  <a:srgbClr val="FEFEFE"/>
                </a:solidFill>
                <a:latin typeface="Arial"/>
                <a:ea typeface="Arial"/>
                <a:cs typeface="Arial"/>
                <a:sym typeface="Arial"/>
              </a:defRPr>
            </a:lvl3pPr>
            <a:lvl4pPr marL="1828800" marR="0" lvl="3" indent="-228600" algn="l" rtl="0">
              <a:lnSpc>
                <a:spcPct val="90000"/>
              </a:lnSpc>
              <a:spcBef>
                <a:spcPts val="2000"/>
              </a:spcBef>
              <a:spcAft>
                <a:spcPts val="0"/>
              </a:spcAft>
              <a:buClr>
                <a:srgbClr val="FEFEFE"/>
              </a:buClr>
              <a:buSzPts val="3000"/>
              <a:buFont typeface="Arial"/>
              <a:buNone/>
              <a:defRPr sz="3000" b="0" i="0" u="none" strike="noStrike" cap="none">
                <a:solidFill>
                  <a:srgbClr val="FEFEFE"/>
                </a:solidFill>
                <a:latin typeface="Arial"/>
                <a:ea typeface="Arial"/>
                <a:cs typeface="Arial"/>
                <a:sym typeface="Arial"/>
              </a:defRPr>
            </a:lvl4pPr>
            <a:lvl5pPr marL="2286000" marR="0" lvl="4" indent="-228600" algn="l" rtl="0">
              <a:lnSpc>
                <a:spcPct val="90000"/>
              </a:lnSpc>
              <a:spcBef>
                <a:spcPts val="2000"/>
              </a:spcBef>
              <a:spcAft>
                <a:spcPts val="0"/>
              </a:spcAft>
              <a:buClr>
                <a:srgbClr val="FEFEFE"/>
              </a:buClr>
              <a:buSzPts val="3000"/>
              <a:buFont typeface="Arial"/>
              <a:buNone/>
              <a:defRPr sz="3000" b="0" i="0" u="none" strike="noStrike" cap="none">
                <a:solidFill>
                  <a:srgbClr val="FEFEFE"/>
                </a:solidFill>
                <a:latin typeface="Arial"/>
                <a:ea typeface="Arial"/>
                <a:cs typeface="Arial"/>
                <a:sym typeface="Arial"/>
              </a:defRPr>
            </a:lvl5pPr>
            <a:lvl6pPr marL="2743200" marR="0" lvl="5" indent="-584200" algn="l" rtl="0">
              <a:lnSpc>
                <a:spcPct val="90000"/>
              </a:lnSpc>
              <a:spcBef>
                <a:spcPts val="2000"/>
              </a:spcBef>
              <a:spcAft>
                <a:spcPts val="0"/>
              </a:spcAft>
              <a:buClr>
                <a:srgbClr val="000000"/>
              </a:buClr>
              <a:buSzPts val="5600"/>
              <a:buFont typeface="Arial"/>
              <a:buChar char="•"/>
              <a:defRPr sz="5600" b="0" i="0" u="none" strike="noStrike" cap="none">
                <a:solidFill>
                  <a:srgbClr val="000000"/>
                </a:solidFill>
                <a:latin typeface="Arial"/>
                <a:ea typeface="Arial"/>
                <a:cs typeface="Arial"/>
                <a:sym typeface="Arial"/>
              </a:defRPr>
            </a:lvl6pPr>
            <a:lvl7pPr marL="3200400" marR="0" lvl="6" indent="-584200" algn="l" rtl="0">
              <a:lnSpc>
                <a:spcPct val="90000"/>
              </a:lnSpc>
              <a:spcBef>
                <a:spcPts val="2000"/>
              </a:spcBef>
              <a:spcAft>
                <a:spcPts val="0"/>
              </a:spcAft>
              <a:buClr>
                <a:srgbClr val="000000"/>
              </a:buClr>
              <a:buSzPts val="5600"/>
              <a:buFont typeface="Arial"/>
              <a:buChar char="•"/>
              <a:defRPr sz="5600" b="0" i="0" u="none" strike="noStrike" cap="none">
                <a:solidFill>
                  <a:srgbClr val="000000"/>
                </a:solidFill>
                <a:latin typeface="Arial"/>
                <a:ea typeface="Arial"/>
                <a:cs typeface="Arial"/>
                <a:sym typeface="Arial"/>
              </a:defRPr>
            </a:lvl7pPr>
            <a:lvl8pPr marL="3657600" marR="0" lvl="7" indent="-584200" algn="l" rtl="0">
              <a:lnSpc>
                <a:spcPct val="90000"/>
              </a:lnSpc>
              <a:spcBef>
                <a:spcPts val="2000"/>
              </a:spcBef>
              <a:spcAft>
                <a:spcPts val="0"/>
              </a:spcAft>
              <a:buClr>
                <a:srgbClr val="000000"/>
              </a:buClr>
              <a:buSzPts val="5600"/>
              <a:buFont typeface="Arial"/>
              <a:buChar char="•"/>
              <a:defRPr sz="5600" b="0" i="0" u="none" strike="noStrike" cap="none">
                <a:solidFill>
                  <a:srgbClr val="000000"/>
                </a:solidFill>
                <a:latin typeface="Arial"/>
                <a:ea typeface="Arial"/>
                <a:cs typeface="Arial"/>
                <a:sym typeface="Arial"/>
              </a:defRPr>
            </a:lvl8pPr>
            <a:lvl9pPr marL="4114800" marR="0" lvl="8" indent="-584200" algn="l" rtl="0">
              <a:lnSpc>
                <a:spcPct val="90000"/>
              </a:lnSpc>
              <a:spcBef>
                <a:spcPts val="2000"/>
              </a:spcBef>
              <a:spcAft>
                <a:spcPts val="0"/>
              </a:spcAft>
              <a:buClr>
                <a:srgbClr val="000000"/>
              </a:buClr>
              <a:buSzPts val="5600"/>
              <a:buFont typeface="Arial"/>
              <a:buChar char="•"/>
              <a:defRPr sz="5600" b="0" i="0" u="none" strike="noStrike" cap="none">
                <a:solidFill>
                  <a:srgbClr val="000000"/>
                </a:solidFill>
                <a:latin typeface="Arial"/>
                <a:ea typeface="Arial"/>
                <a:cs typeface="Arial"/>
                <a:sym typeface="Arial"/>
              </a:defRPr>
            </a:lvl9pPr>
          </a:lstStyle>
          <a:p>
            <a:endParaRPr/>
          </a:p>
        </p:txBody>
      </p:sp>
      <p:grpSp>
        <p:nvGrpSpPr>
          <p:cNvPr id="657" name="Shape 657"/>
          <p:cNvGrpSpPr/>
          <p:nvPr/>
        </p:nvGrpSpPr>
        <p:grpSpPr>
          <a:xfrm>
            <a:off x="2086634" y="10446471"/>
            <a:ext cx="1396624" cy="1395987"/>
            <a:chOff x="0" y="0"/>
            <a:chExt cx="1395985" cy="1395985"/>
          </a:xfrm>
        </p:grpSpPr>
        <p:sp>
          <p:nvSpPr>
            <p:cNvPr id="658" name="Shape 658"/>
            <p:cNvSpPr/>
            <p:nvPr/>
          </p:nvSpPr>
          <p:spPr>
            <a:xfrm>
              <a:off x="0" y="0"/>
              <a:ext cx="1395985" cy="139598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659" name="Shape 659"/>
            <p:cNvSpPr/>
            <p:nvPr/>
          </p:nvSpPr>
          <p:spPr>
            <a:xfrm>
              <a:off x="251184" y="256109"/>
              <a:ext cx="920704" cy="880390"/>
            </a:xfrm>
            <a:custGeom>
              <a:avLst/>
              <a:gdLst/>
              <a:ahLst/>
              <a:cxnLst/>
              <a:rect l="0" t="0" r="0" b="0"/>
              <a:pathLst>
                <a:path w="21600" h="21458" extrusionOk="0">
                  <a:moveTo>
                    <a:pt x="16952" y="15509"/>
                  </a:moveTo>
                  <a:lnTo>
                    <a:pt x="21600" y="10680"/>
                  </a:lnTo>
                  <a:lnTo>
                    <a:pt x="20270" y="9299"/>
                  </a:lnTo>
                  <a:lnTo>
                    <a:pt x="15965" y="13772"/>
                  </a:lnTo>
                  <a:lnTo>
                    <a:pt x="14953" y="12721"/>
                  </a:lnTo>
                  <a:lnTo>
                    <a:pt x="13624" y="14101"/>
                  </a:lnTo>
                  <a:lnTo>
                    <a:pt x="14978" y="15509"/>
                  </a:lnTo>
                  <a:cubicBezTo>
                    <a:pt x="15523" y="16075"/>
                    <a:pt x="16407" y="16075"/>
                    <a:pt x="16952" y="15509"/>
                  </a:cubicBezTo>
                  <a:moveTo>
                    <a:pt x="19010" y="6901"/>
                  </a:moveTo>
                  <a:lnTo>
                    <a:pt x="20782" y="5059"/>
                  </a:lnTo>
                  <a:lnTo>
                    <a:pt x="19010" y="3217"/>
                  </a:lnTo>
                  <a:lnTo>
                    <a:pt x="18177" y="4082"/>
                  </a:lnTo>
                  <a:lnTo>
                    <a:pt x="13753" y="4082"/>
                  </a:lnTo>
                  <a:lnTo>
                    <a:pt x="12920" y="3217"/>
                  </a:lnTo>
                  <a:lnTo>
                    <a:pt x="11148" y="5059"/>
                  </a:lnTo>
                  <a:lnTo>
                    <a:pt x="12920" y="6901"/>
                  </a:lnTo>
                  <a:lnTo>
                    <a:pt x="13753" y="6036"/>
                  </a:lnTo>
                  <a:lnTo>
                    <a:pt x="15025" y="6036"/>
                  </a:lnTo>
                  <a:lnTo>
                    <a:pt x="15025" y="8650"/>
                  </a:lnTo>
                  <a:cubicBezTo>
                    <a:pt x="15602" y="8295"/>
                    <a:pt x="16328" y="8294"/>
                    <a:pt x="16905" y="8650"/>
                  </a:cubicBezTo>
                  <a:lnTo>
                    <a:pt x="16905" y="6036"/>
                  </a:lnTo>
                  <a:lnTo>
                    <a:pt x="18177" y="6036"/>
                  </a:lnTo>
                  <a:cubicBezTo>
                    <a:pt x="18177" y="6036"/>
                    <a:pt x="19010" y="6901"/>
                    <a:pt x="19010" y="6901"/>
                  </a:cubicBezTo>
                  <a:close/>
                  <a:moveTo>
                    <a:pt x="15965" y="3684"/>
                  </a:moveTo>
                  <a:lnTo>
                    <a:pt x="17738" y="1843"/>
                  </a:lnTo>
                  <a:lnTo>
                    <a:pt x="15965" y="0"/>
                  </a:lnTo>
                  <a:lnTo>
                    <a:pt x="14192" y="1843"/>
                  </a:lnTo>
                  <a:cubicBezTo>
                    <a:pt x="14192" y="1843"/>
                    <a:pt x="15965" y="3684"/>
                    <a:pt x="15965" y="3684"/>
                  </a:cubicBezTo>
                  <a:close/>
                  <a:moveTo>
                    <a:pt x="11660" y="9299"/>
                  </a:moveTo>
                  <a:lnTo>
                    <a:pt x="10331" y="10680"/>
                  </a:lnTo>
                  <a:lnTo>
                    <a:pt x="11660" y="12061"/>
                  </a:lnTo>
                  <a:lnTo>
                    <a:pt x="12989" y="10680"/>
                  </a:lnTo>
                  <a:cubicBezTo>
                    <a:pt x="12989" y="10680"/>
                    <a:pt x="11660" y="9299"/>
                    <a:pt x="11660" y="9299"/>
                  </a:cubicBezTo>
                  <a:close/>
                  <a:moveTo>
                    <a:pt x="8282" y="17567"/>
                  </a:moveTo>
                  <a:cubicBezTo>
                    <a:pt x="8282" y="15877"/>
                    <a:pt x="7291" y="14733"/>
                    <a:pt x="5701" y="14733"/>
                  </a:cubicBezTo>
                  <a:lnTo>
                    <a:pt x="122" y="14733"/>
                  </a:lnTo>
                  <a:lnTo>
                    <a:pt x="122" y="16550"/>
                  </a:lnTo>
                  <a:lnTo>
                    <a:pt x="5676" y="16550"/>
                  </a:lnTo>
                  <a:cubicBezTo>
                    <a:pt x="6324" y="16550"/>
                    <a:pt x="6728" y="16944"/>
                    <a:pt x="6728" y="17567"/>
                  </a:cubicBezTo>
                  <a:cubicBezTo>
                    <a:pt x="6728" y="18202"/>
                    <a:pt x="6324" y="18583"/>
                    <a:pt x="5676" y="18583"/>
                  </a:cubicBezTo>
                  <a:lnTo>
                    <a:pt x="122" y="18583"/>
                  </a:lnTo>
                  <a:lnTo>
                    <a:pt x="122" y="20401"/>
                  </a:lnTo>
                  <a:lnTo>
                    <a:pt x="5701" y="20401"/>
                  </a:lnTo>
                  <a:cubicBezTo>
                    <a:pt x="7291" y="20401"/>
                    <a:pt x="8282" y="19257"/>
                    <a:pt x="8282" y="17567"/>
                  </a:cubicBezTo>
                  <a:moveTo>
                    <a:pt x="8282" y="3811"/>
                  </a:moveTo>
                  <a:cubicBezTo>
                    <a:pt x="8282" y="2032"/>
                    <a:pt x="7242" y="1015"/>
                    <a:pt x="5762" y="1015"/>
                  </a:cubicBezTo>
                  <a:cubicBezTo>
                    <a:pt x="4282" y="1015"/>
                    <a:pt x="3768" y="2006"/>
                    <a:pt x="3389" y="3049"/>
                  </a:cubicBezTo>
                  <a:lnTo>
                    <a:pt x="3009" y="4091"/>
                  </a:lnTo>
                  <a:cubicBezTo>
                    <a:pt x="2801" y="4663"/>
                    <a:pt x="2447" y="4764"/>
                    <a:pt x="2214" y="4764"/>
                  </a:cubicBezTo>
                  <a:cubicBezTo>
                    <a:pt x="1774" y="4764"/>
                    <a:pt x="1443" y="4434"/>
                    <a:pt x="1443" y="3849"/>
                  </a:cubicBezTo>
                  <a:cubicBezTo>
                    <a:pt x="1443" y="3277"/>
                    <a:pt x="1811" y="2896"/>
                    <a:pt x="2385" y="2896"/>
                  </a:cubicBezTo>
                  <a:lnTo>
                    <a:pt x="2606" y="2896"/>
                  </a:lnTo>
                  <a:lnTo>
                    <a:pt x="2606" y="1193"/>
                  </a:lnTo>
                  <a:lnTo>
                    <a:pt x="2422" y="1193"/>
                  </a:lnTo>
                  <a:cubicBezTo>
                    <a:pt x="930" y="1193"/>
                    <a:pt x="0" y="2261"/>
                    <a:pt x="0" y="3849"/>
                  </a:cubicBezTo>
                  <a:cubicBezTo>
                    <a:pt x="0" y="5514"/>
                    <a:pt x="1101" y="6480"/>
                    <a:pt x="2324" y="6480"/>
                  </a:cubicBezTo>
                  <a:cubicBezTo>
                    <a:pt x="3499" y="6480"/>
                    <a:pt x="4196" y="5845"/>
                    <a:pt x="4636" y="4637"/>
                  </a:cubicBezTo>
                  <a:lnTo>
                    <a:pt x="5065" y="3468"/>
                  </a:lnTo>
                  <a:cubicBezTo>
                    <a:pt x="5260" y="2947"/>
                    <a:pt x="5529" y="2743"/>
                    <a:pt x="5933" y="2743"/>
                  </a:cubicBezTo>
                  <a:cubicBezTo>
                    <a:pt x="6496" y="2743"/>
                    <a:pt x="6826" y="3125"/>
                    <a:pt x="6826" y="3811"/>
                  </a:cubicBezTo>
                  <a:cubicBezTo>
                    <a:pt x="6826" y="4497"/>
                    <a:pt x="6520" y="4917"/>
                    <a:pt x="5872" y="4917"/>
                  </a:cubicBezTo>
                  <a:lnTo>
                    <a:pt x="5578" y="4917"/>
                  </a:lnTo>
                  <a:lnTo>
                    <a:pt x="5578" y="6633"/>
                  </a:lnTo>
                  <a:lnTo>
                    <a:pt x="5860" y="6633"/>
                  </a:lnTo>
                  <a:cubicBezTo>
                    <a:pt x="7352" y="6633"/>
                    <a:pt x="8282" y="5438"/>
                    <a:pt x="8282" y="3811"/>
                  </a:cubicBezTo>
                  <a:moveTo>
                    <a:pt x="1676" y="7753"/>
                  </a:moveTo>
                  <a:lnTo>
                    <a:pt x="122" y="7753"/>
                  </a:lnTo>
                  <a:lnTo>
                    <a:pt x="122" y="13129"/>
                  </a:lnTo>
                  <a:lnTo>
                    <a:pt x="1676" y="13129"/>
                  </a:lnTo>
                  <a:lnTo>
                    <a:pt x="1676" y="11350"/>
                  </a:lnTo>
                  <a:lnTo>
                    <a:pt x="8159" y="11350"/>
                  </a:lnTo>
                  <a:lnTo>
                    <a:pt x="8159" y="9533"/>
                  </a:lnTo>
                  <a:lnTo>
                    <a:pt x="1676" y="9533"/>
                  </a:lnTo>
                  <a:cubicBezTo>
                    <a:pt x="1676" y="9533"/>
                    <a:pt x="1676" y="7753"/>
                    <a:pt x="1676" y="7753"/>
                  </a:cubicBezTo>
                  <a:close/>
                  <a:moveTo>
                    <a:pt x="14978" y="9273"/>
                  </a:moveTo>
                  <a:lnTo>
                    <a:pt x="10331" y="14101"/>
                  </a:lnTo>
                  <a:lnTo>
                    <a:pt x="11660" y="15483"/>
                  </a:lnTo>
                  <a:lnTo>
                    <a:pt x="15965" y="11009"/>
                  </a:lnTo>
                  <a:lnTo>
                    <a:pt x="16978" y="12061"/>
                  </a:lnTo>
                  <a:lnTo>
                    <a:pt x="18307" y="10680"/>
                  </a:lnTo>
                  <a:lnTo>
                    <a:pt x="16952" y="9273"/>
                  </a:lnTo>
                  <a:cubicBezTo>
                    <a:pt x="16407" y="8707"/>
                    <a:pt x="15523" y="8707"/>
                    <a:pt x="14978" y="9273"/>
                  </a:cubicBezTo>
                  <a:moveTo>
                    <a:pt x="12294" y="15483"/>
                  </a:moveTo>
                  <a:lnTo>
                    <a:pt x="10964" y="16864"/>
                  </a:lnTo>
                  <a:lnTo>
                    <a:pt x="12319" y="18271"/>
                  </a:lnTo>
                  <a:cubicBezTo>
                    <a:pt x="12864" y="18838"/>
                    <a:pt x="13748" y="18838"/>
                    <a:pt x="14293" y="18271"/>
                  </a:cubicBezTo>
                  <a:lnTo>
                    <a:pt x="15648" y="16863"/>
                  </a:lnTo>
                  <a:lnTo>
                    <a:pt x="14319" y="15483"/>
                  </a:lnTo>
                  <a:lnTo>
                    <a:pt x="13307" y="16534"/>
                  </a:lnTo>
                  <a:cubicBezTo>
                    <a:pt x="13307" y="16534"/>
                    <a:pt x="12294" y="15483"/>
                    <a:pt x="12294" y="15483"/>
                  </a:cubicBezTo>
                  <a:close/>
                  <a:moveTo>
                    <a:pt x="14953" y="18245"/>
                  </a:moveTo>
                  <a:lnTo>
                    <a:pt x="13623" y="19626"/>
                  </a:lnTo>
                  <a:lnTo>
                    <a:pt x="14978" y="21033"/>
                  </a:lnTo>
                  <a:cubicBezTo>
                    <a:pt x="15523" y="21600"/>
                    <a:pt x="16407" y="21600"/>
                    <a:pt x="16952" y="21033"/>
                  </a:cubicBezTo>
                  <a:lnTo>
                    <a:pt x="18307" y="19626"/>
                  </a:lnTo>
                  <a:lnTo>
                    <a:pt x="16978" y="18245"/>
                  </a:lnTo>
                  <a:lnTo>
                    <a:pt x="15965" y="19296"/>
                  </a:lnTo>
                  <a:cubicBezTo>
                    <a:pt x="15965" y="19296"/>
                    <a:pt x="14953" y="18245"/>
                    <a:pt x="14953" y="18245"/>
                  </a:cubicBezTo>
                  <a:close/>
                  <a:moveTo>
                    <a:pt x="20271" y="15483"/>
                  </a:moveTo>
                  <a:lnTo>
                    <a:pt x="21600" y="14101"/>
                  </a:lnTo>
                  <a:lnTo>
                    <a:pt x="20270" y="12720"/>
                  </a:lnTo>
                  <a:lnTo>
                    <a:pt x="18941" y="14101"/>
                  </a:lnTo>
                  <a:cubicBezTo>
                    <a:pt x="18941" y="14101"/>
                    <a:pt x="20271" y="15483"/>
                    <a:pt x="20271" y="15483"/>
                  </a:cubicBezTo>
                  <a:close/>
                  <a:moveTo>
                    <a:pt x="17637" y="18271"/>
                  </a:moveTo>
                  <a:cubicBezTo>
                    <a:pt x="18182" y="18838"/>
                    <a:pt x="19066" y="18838"/>
                    <a:pt x="19612" y="18271"/>
                  </a:cubicBezTo>
                  <a:lnTo>
                    <a:pt x="20966" y="16864"/>
                  </a:lnTo>
                  <a:lnTo>
                    <a:pt x="19636" y="15483"/>
                  </a:lnTo>
                  <a:lnTo>
                    <a:pt x="18624" y="16534"/>
                  </a:lnTo>
                  <a:lnTo>
                    <a:pt x="17611" y="15483"/>
                  </a:lnTo>
                  <a:lnTo>
                    <a:pt x="16282" y="16863"/>
                  </a:lnTo>
                  <a:cubicBezTo>
                    <a:pt x="16282" y="16863"/>
                    <a:pt x="17637" y="18271"/>
                    <a:pt x="17637" y="18271"/>
                  </a:cubicBezTo>
                  <a:close/>
                </a:path>
              </a:pathLst>
            </a:custGeom>
            <a:solidFill>
              <a:srgbClr val="000000"/>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grpSp>
      <p:sp>
        <p:nvSpPr>
          <p:cNvPr id="660" name="Shape 660"/>
          <p:cNvSpPr txBox="1">
            <a:spLocks noGrp="1"/>
          </p:cNvSpPr>
          <p:nvPr>
            <p:ph type="sldNum" idx="12"/>
          </p:nvPr>
        </p:nvSpPr>
        <p:spPr>
          <a:xfrm>
            <a:off x="17474063" y="12481869"/>
            <a:ext cx="5689230" cy="461665"/>
          </a:xfrm>
          <a:prstGeom prst="rect">
            <a:avLst/>
          </a:prstGeom>
          <a:noFill/>
          <a:ln>
            <a:noFill/>
          </a:ln>
        </p:spPr>
        <p:txBody>
          <a:bodyPr spcFirstLastPara="1" wrap="square" lIns="45700" tIns="45700" rIns="45700" bIns="45700" anchor="ctr" anchorCtr="0">
            <a:noAutofit/>
          </a:bodyPr>
          <a:lstStyle>
            <a:lvl1pPr marL="0" marR="0" lvl="0" indent="0" algn="r" rtl="0">
              <a:spcBef>
                <a:spcPts val="0"/>
              </a:spcBef>
              <a:buNone/>
              <a:defRPr sz="2400">
                <a:solidFill>
                  <a:srgbClr val="888888"/>
                </a:solidFill>
                <a:latin typeface="Helvetica Neue"/>
                <a:ea typeface="Helvetica Neue"/>
                <a:cs typeface="Helvetica Neue"/>
                <a:sym typeface="Helvetica Neue"/>
              </a:defRPr>
            </a:lvl1pPr>
            <a:lvl2pPr marL="0" marR="0" lvl="1" indent="0" algn="r" rtl="0">
              <a:spcBef>
                <a:spcPts val="0"/>
              </a:spcBef>
              <a:buNone/>
              <a:defRPr sz="2400">
                <a:solidFill>
                  <a:srgbClr val="888888"/>
                </a:solidFill>
                <a:latin typeface="Helvetica Neue"/>
                <a:ea typeface="Helvetica Neue"/>
                <a:cs typeface="Helvetica Neue"/>
                <a:sym typeface="Helvetica Neue"/>
              </a:defRPr>
            </a:lvl2pPr>
            <a:lvl3pPr marL="0" marR="0" lvl="2" indent="0" algn="r" rtl="0">
              <a:spcBef>
                <a:spcPts val="0"/>
              </a:spcBef>
              <a:buNone/>
              <a:defRPr sz="2400">
                <a:solidFill>
                  <a:srgbClr val="888888"/>
                </a:solidFill>
                <a:latin typeface="Helvetica Neue"/>
                <a:ea typeface="Helvetica Neue"/>
                <a:cs typeface="Helvetica Neue"/>
                <a:sym typeface="Helvetica Neue"/>
              </a:defRPr>
            </a:lvl3pPr>
            <a:lvl4pPr marL="0" marR="0" lvl="3" indent="0" algn="r" rtl="0">
              <a:spcBef>
                <a:spcPts val="0"/>
              </a:spcBef>
              <a:buNone/>
              <a:defRPr sz="2400">
                <a:solidFill>
                  <a:srgbClr val="888888"/>
                </a:solidFill>
                <a:latin typeface="Helvetica Neue"/>
                <a:ea typeface="Helvetica Neue"/>
                <a:cs typeface="Helvetica Neue"/>
                <a:sym typeface="Helvetica Neue"/>
              </a:defRPr>
            </a:lvl4pPr>
            <a:lvl5pPr marL="0" marR="0" lvl="4" indent="0" algn="r" rtl="0">
              <a:spcBef>
                <a:spcPts val="0"/>
              </a:spcBef>
              <a:buNone/>
              <a:defRPr sz="2400">
                <a:solidFill>
                  <a:srgbClr val="888888"/>
                </a:solidFill>
                <a:latin typeface="Helvetica Neue"/>
                <a:ea typeface="Helvetica Neue"/>
                <a:cs typeface="Helvetica Neue"/>
                <a:sym typeface="Helvetica Neue"/>
              </a:defRPr>
            </a:lvl5pPr>
            <a:lvl6pPr marL="0" marR="0" lvl="5" indent="0" algn="r" rtl="0">
              <a:spcBef>
                <a:spcPts val="0"/>
              </a:spcBef>
              <a:buNone/>
              <a:defRPr sz="2400">
                <a:solidFill>
                  <a:srgbClr val="888888"/>
                </a:solidFill>
                <a:latin typeface="Helvetica Neue"/>
                <a:ea typeface="Helvetica Neue"/>
                <a:cs typeface="Helvetica Neue"/>
                <a:sym typeface="Helvetica Neue"/>
              </a:defRPr>
            </a:lvl6pPr>
            <a:lvl7pPr marL="0" marR="0" lvl="6" indent="0" algn="r" rtl="0">
              <a:spcBef>
                <a:spcPts val="0"/>
              </a:spcBef>
              <a:buNone/>
              <a:defRPr sz="2400">
                <a:solidFill>
                  <a:srgbClr val="888888"/>
                </a:solidFill>
                <a:latin typeface="Helvetica Neue"/>
                <a:ea typeface="Helvetica Neue"/>
                <a:cs typeface="Helvetica Neue"/>
                <a:sym typeface="Helvetica Neue"/>
              </a:defRPr>
            </a:lvl7pPr>
            <a:lvl8pPr marL="0" marR="0" lvl="7" indent="0" algn="r" rtl="0">
              <a:spcBef>
                <a:spcPts val="0"/>
              </a:spcBef>
              <a:buNone/>
              <a:defRPr sz="2400">
                <a:solidFill>
                  <a:srgbClr val="888888"/>
                </a:solidFill>
                <a:latin typeface="Helvetica Neue"/>
                <a:ea typeface="Helvetica Neue"/>
                <a:cs typeface="Helvetica Neue"/>
                <a:sym typeface="Helvetica Neue"/>
              </a:defRPr>
            </a:lvl8pPr>
            <a:lvl9pPr marL="0" marR="0" lvl="8" indent="0" algn="r" rtl="0">
              <a:spcBef>
                <a:spcPts val="0"/>
              </a:spcBef>
              <a:buNone/>
              <a:defRPr sz="2400">
                <a:solidFill>
                  <a:srgbClr val="888888"/>
                </a:solidFill>
                <a:latin typeface="Helvetica Neue"/>
                <a:ea typeface="Helvetica Neue"/>
                <a:cs typeface="Helvetica Neue"/>
                <a:sym typeface="Helvetica Neue"/>
              </a:defRPr>
            </a:lvl9pPr>
          </a:lstStyle>
          <a:p>
            <a:pPr marL="0" lvl="0" indent="0">
              <a:spcBef>
                <a:spcPts val="0"/>
              </a:spcBef>
              <a:spcAft>
                <a:spcPts val="0"/>
              </a:spcAft>
              <a:buNone/>
            </a:pPr>
            <a:fld id="{00000000-1234-1234-1234-123412341234}" type="slidenum">
              <a:rPr lang="en-AU"/>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matchingName="9_Title Slide">
  <p:cSld name="9_Title Slide">
    <p:bg>
      <p:bgPr>
        <a:solidFill>
          <a:schemeClr val="accent4"/>
        </a:solidFill>
        <a:effectLst/>
      </p:bgPr>
    </p:bg>
    <p:spTree>
      <p:nvGrpSpPr>
        <p:cNvPr id="1" name="Shape 681"/>
        <p:cNvGrpSpPr/>
        <p:nvPr/>
      </p:nvGrpSpPr>
      <p:grpSpPr>
        <a:xfrm>
          <a:off x="0" y="0"/>
          <a:ext cx="0" cy="0"/>
          <a:chOff x="0" y="0"/>
          <a:chExt cx="0" cy="0"/>
        </a:xfrm>
      </p:grpSpPr>
      <p:sp>
        <p:nvSpPr>
          <p:cNvPr id="682" name="Shape 682"/>
          <p:cNvSpPr txBox="1">
            <a:spLocks noGrp="1"/>
          </p:cNvSpPr>
          <p:nvPr>
            <p:ph type="title"/>
          </p:nvPr>
        </p:nvSpPr>
        <p:spPr>
          <a:xfrm>
            <a:off x="1399502" y="1986150"/>
            <a:ext cx="14313825" cy="5647982"/>
          </a:xfrm>
          <a:prstGeom prst="rect">
            <a:avLst/>
          </a:prstGeom>
          <a:noFill/>
          <a:ln>
            <a:noFill/>
          </a:ln>
        </p:spPr>
        <p:txBody>
          <a:bodyPr spcFirstLastPara="1" wrap="square" lIns="91425" tIns="91425" rIns="91425" bIns="91425" anchor="t" anchorCtr="0"/>
          <a:lstStyle>
            <a:lvl1pPr marR="0" lvl="0" algn="l" rtl="0">
              <a:lnSpc>
                <a:spcPct val="104000"/>
              </a:lnSpc>
              <a:spcBef>
                <a:spcPts val="0"/>
              </a:spcBef>
              <a:spcAft>
                <a:spcPts val="0"/>
              </a:spcAft>
              <a:buClr>
                <a:srgbClr val="FEFEFE"/>
              </a:buClr>
              <a:buSzPts val="10000"/>
              <a:buFont typeface="Arial"/>
              <a:buNone/>
              <a:defRPr sz="10000" b="0" i="0" u="none" strike="noStrike" cap="none">
                <a:solidFill>
                  <a:srgbClr val="FEFEFE"/>
                </a:solidFill>
                <a:latin typeface="Arial"/>
                <a:ea typeface="Arial"/>
                <a:cs typeface="Arial"/>
                <a:sym typeface="Arial"/>
              </a:defRPr>
            </a:lvl1pPr>
            <a:lvl2pPr marR="0" lvl="1" algn="l" rtl="0">
              <a:lnSpc>
                <a:spcPct val="104000"/>
              </a:lnSpc>
              <a:spcBef>
                <a:spcPts val="0"/>
              </a:spcBef>
              <a:spcAft>
                <a:spcPts val="0"/>
              </a:spcAft>
              <a:buClr>
                <a:srgbClr val="FEFEFE"/>
              </a:buClr>
              <a:buSzPts val="10000"/>
              <a:buFont typeface="Arial"/>
              <a:buNone/>
              <a:defRPr sz="10000" b="0" i="0" u="none" strike="noStrike" cap="none">
                <a:solidFill>
                  <a:srgbClr val="FEFEFE"/>
                </a:solidFill>
                <a:latin typeface="Arial"/>
                <a:ea typeface="Arial"/>
                <a:cs typeface="Arial"/>
                <a:sym typeface="Arial"/>
              </a:defRPr>
            </a:lvl2pPr>
            <a:lvl3pPr marR="0" lvl="2" algn="l" rtl="0">
              <a:lnSpc>
                <a:spcPct val="104000"/>
              </a:lnSpc>
              <a:spcBef>
                <a:spcPts val="0"/>
              </a:spcBef>
              <a:spcAft>
                <a:spcPts val="0"/>
              </a:spcAft>
              <a:buClr>
                <a:srgbClr val="FEFEFE"/>
              </a:buClr>
              <a:buSzPts val="10000"/>
              <a:buFont typeface="Arial"/>
              <a:buNone/>
              <a:defRPr sz="10000" b="0" i="0" u="none" strike="noStrike" cap="none">
                <a:solidFill>
                  <a:srgbClr val="FEFEFE"/>
                </a:solidFill>
                <a:latin typeface="Arial"/>
                <a:ea typeface="Arial"/>
                <a:cs typeface="Arial"/>
                <a:sym typeface="Arial"/>
              </a:defRPr>
            </a:lvl3pPr>
            <a:lvl4pPr marR="0" lvl="3" algn="l" rtl="0">
              <a:lnSpc>
                <a:spcPct val="104000"/>
              </a:lnSpc>
              <a:spcBef>
                <a:spcPts val="0"/>
              </a:spcBef>
              <a:spcAft>
                <a:spcPts val="0"/>
              </a:spcAft>
              <a:buClr>
                <a:srgbClr val="FEFEFE"/>
              </a:buClr>
              <a:buSzPts val="10000"/>
              <a:buFont typeface="Arial"/>
              <a:buNone/>
              <a:defRPr sz="10000" b="0" i="0" u="none" strike="noStrike" cap="none">
                <a:solidFill>
                  <a:srgbClr val="FEFEFE"/>
                </a:solidFill>
                <a:latin typeface="Arial"/>
                <a:ea typeface="Arial"/>
                <a:cs typeface="Arial"/>
                <a:sym typeface="Arial"/>
              </a:defRPr>
            </a:lvl4pPr>
            <a:lvl5pPr marR="0" lvl="4" algn="l" rtl="0">
              <a:lnSpc>
                <a:spcPct val="104000"/>
              </a:lnSpc>
              <a:spcBef>
                <a:spcPts val="0"/>
              </a:spcBef>
              <a:spcAft>
                <a:spcPts val="0"/>
              </a:spcAft>
              <a:buClr>
                <a:srgbClr val="FEFEFE"/>
              </a:buClr>
              <a:buSzPts val="10000"/>
              <a:buFont typeface="Arial"/>
              <a:buNone/>
              <a:defRPr sz="10000" b="0" i="0" u="none" strike="noStrike" cap="none">
                <a:solidFill>
                  <a:srgbClr val="FEFEFE"/>
                </a:solidFill>
                <a:latin typeface="Arial"/>
                <a:ea typeface="Arial"/>
                <a:cs typeface="Arial"/>
                <a:sym typeface="Arial"/>
              </a:defRPr>
            </a:lvl5pPr>
            <a:lvl6pPr marR="0" lvl="5" algn="l" rtl="0">
              <a:lnSpc>
                <a:spcPct val="104000"/>
              </a:lnSpc>
              <a:spcBef>
                <a:spcPts val="0"/>
              </a:spcBef>
              <a:spcAft>
                <a:spcPts val="0"/>
              </a:spcAft>
              <a:buClr>
                <a:srgbClr val="FEFEFE"/>
              </a:buClr>
              <a:buSzPts val="10000"/>
              <a:buFont typeface="Arial"/>
              <a:buNone/>
              <a:defRPr sz="10000" b="0" i="0" u="none" strike="noStrike" cap="none">
                <a:solidFill>
                  <a:srgbClr val="FEFEFE"/>
                </a:solidFill>
                <a:latin typeface="Arial"/>
                <a:ea typeface="Arial"/>
                <a:cs typeface="Arial"/>
                <a:sym typeface="Arial"/>
              </a:defRPr>
            </a:lvl6pPr>
            <a:lvl7pPr marR="0" lvl="6" algn="l" rtl="0">
              <a:lnSpc>
                <a:spcPct val="104000"/>
              </a:lnSpc>
              <a:spcBef>
                <a:spcPts val="0"/>
              </a:spcBef>
              <a:spcAft>
                <a:spcPts val="0"/>
              </a:spcAft>
              <a:buClr>
                <a:srgbClr val="FEFEFE"/>
              </a:buClr>
              <a:buSzPts val="10000"/>
              <a:buFont typeface="Arial"/>
              <a:buNone/>
              <a:defRPr sz="10000" b="0" i="0" u="none" strike="noStrike" cap="none">
                <a:solidFill>
                  <a:srgbClr val="FEFEFE"/>
                </a:solidFill>
                <a:latin typeface="Arial"/>
                <a:ea typeface="Arial"/>
                <a:cs typeface="Arial"/>
                <a:sym typeface="Arial"/>
              </a:defRPr>
            </a:lvl7pPr>
            <a:lvl8pPr marR="0" lvl="7" algn="l" rtl="0">
              <a:lnSpc>
                <a:spcPct val="104000"/>
              </a:lnSpc>
              <a:spcBef>
                <a:spcPts val="0"/>
              </a:spcBef>
              <a:spcAft>
                <a:spcPts val="0"/>
              </a:spcAft>
              <a:buClr>
                <a:srgbClr val="FEFEFE"/>
              </a:buClr>
              <a:buSzPts val="10000"/>
              <a:buFont typeface="Arial"/>
              <a:buNone/>
              <a:defRPr sz="10000" b="0" i="0" u="none" strike="noStrike" cap="none">
                <a:solidFill>
                  <a:srgbClr val="FEFEFE"/>
                </a:solidFill>
                <a:latin typeface="Arial"/>
                <a:ea typeface="Arial"/>
                <a:cs typeface="Arial"/>
                <a:sym typeface="Arial"/>
              </a:defRPr>
            </a:lvl8pPr>
            <a:lvl9pPr marR="0" lvl="8" algn="l" rtl="0">
              <a:lnSpc>
                <a:spcPct val="104000"/>
              </a:lnSpc>
              <a:spcBef>
                <a:spcPts val="0"/>
              </a:spcBef>
              <a:spcAft>
                <a:spcPts val="0"/>
              </a:spcAft>
              <a:buClr>
                <a:srgbClr val="FEFEFE"/>
              </a:buClr>
              <a:buSzPts val="10000"/>
              <a:buFont typeface="Arial"/>
              <a:buNone/>
              <a:defRPr sz="10000" b="0" i="0" u="none" strike="noStrike" cap="none">
                <a:solidFill>
                  <a:srgbClr val="FEFEFE"/>
                </a:solidFill>
                <a:latin typeface="Arial"/>
                <a:ea typeface="Arial"/>
                <a:cs typeface="Arial"/>
                <a:sym typeface="Arial"/>
              </a:defRPr>
            </a:lvl9pPr>
          </a:lstStyle>
          <a:p>
            <a:endParaRPr/>
          </a:p>
        </p:txBody>
      </p:sp>
      <p:sp>
        <p:nvSpPr>
          <p:cNvPr id="683" name="Shape 683"/>
          <p:cNvSpPr txBox="1">
            <a:spLocks noGrp="1"/>
          </p:cNvSpPr>
          <p:nvPr>
            <p:ph type="body" idx="1"/>
          </p:nvPr>
        </p:nvSpPr>
        <p:spPr>
          <a:xfrm>
            <a:off x="3464195" y="7634132"/>
            <a:ext cx="6962026" cy="4734897"/>
          </a:xfrm>
          <a:prstGeom prst="rect">
            <a:avLst/>
          </a:prstGeom>
          <a:noFill/>
          <a:ln>
            <a:noFill/>
          </a:ln>
        </p:spPr>
        <p:txBody>
          <a:bodyPr spcFirstLastPara="1" wrap="square" lIns="91425" tIns="91425" rIns="91425" bIns="91425" anchor="t" anchorCtr="0"/>
          <a:lstStyle>
            <a:lvl1pPr marL="457200" marR="0" lvl="0" indent="-228600" algn="l" rtl="0">
              <a:lnSpc>
                <a:spcPct val="90000"/>
              </a:lnSpc>
              <a:spcBef>
                <a:spcPts val="2000"/>
              </a:spcBef>
              <a:spcAft>
                <a:spcPts val="0"/>
              </a:spcAft>
              <a:buClr>
                <a:srgbClr val="FEFEFE"/>
              </a:buClr>
              <a:buSzPts val="3000"/>
              <a:buFont typeface="Arial"/>
              <a:buNone/>
              <a:defRPr sz="3000" b="0" i="0" u="none" strike="noStrike" cap="none">
                <a:solidFill>
                  <a:srgbClr val="FEFEFE"/>
                </a:solidFill>
                <a:latin typeface="Arial"/>
                <a:ea typeface="Arial"/>
                <a:cs typeface="Arial"/>
                <a:sym typeface="Arial"/>
              </a:defRPr>
            </a:lvl1pPr>
            <a:lvl2pPr marL="914400" marR="0" lvl="1" indent="-228600" algn="l" rtl="0">
              <a:lnSpc>
                <a:spcPct val="90000"/>
              </a:lnSpc>
              <a:spcBef>
                <a:spcPts val="2000"/>
              </a:spcBef>
              <a:spcAft>
                <a:spcPts val="0"/>
              </a:spcAft>
              <a:buClr>
                <a:srgbClr val="FEFEFE"/>
              </a:buClr>
              <a:buSzPts val="3000"/>
              <a:buFont typeface="Arial"/>
              <a:buNone/>
              <a:defRPr sz="3000" b="0" i="0" u="none" strike="noStrike" cap="none">
                <a:solidFill>
                  <a:srgbClr val="FEFEFE"/>
                </a:solidFill>
                <a:latin typeface="Arial"/>
                <a:ea typeface="Arial"/>
                <a:cs typeface="Arial"/>
                <a:sym typeface="Arial"/>
              </a:defRPr>
            </a:lvl2pPr>
            <a:lvl3pPr marL="1371600" marR="0" lvl="2" indent="-228600" algn="l" rtl="0">
              <a:lnSpc>
                <a:spcPct val="90000"/>
              </a:lnSpc>
              <a:spcBef>
                <a:spcPts val="2000"/>
              </a:spcBef>
              <a:spcAft>
                <a:spcPts val="0"/>
              </a:spcAft>
              <a:buClr>
                <a:srgbClr val="FEFEFE"/>
              </a:buClr>
              <a:buSzPts val="3000"/>
              <a:buFont typeface="Arial"/>
              <a:buNone/>
              <a:defRPr sz="3000" b="0" i="0" u="none" strike="noStrike" cap="none">
                <a:solidFill>
                  <a:srgbClr val="FEFEFE"/>
                </a:solidFill>
                <a:latin typeface="Arial"/>
                <a:ea typeface="Arial"/>
                <a:cs typeface="Arial"/>
                <a:sym typeface="Arial"/>
              </a:defRPr>
            </a:lvl3pPr>
            <a:lvl4pPr marL="1828800" marR="0" lvl="3" indent="-228600" algn="l" rtl="0">
              <a:lnSpc>
                <a:spcPct val="90000"/>
              </a:lnSpc>
              <a:spcBef>
                <a:spcPts val="2000"/>
              </a:spcBef>
              <a:spcAft>
                <a:spcPts val="0"/>
              </a:spcAft>
              <a:buClr>
                <a:srgbClr val="FEFEFE"/>
              </a:buClr>
              <a:buSzPts val="3000"/>
              <a:buFont typeface="Arial"/>
              <a:buNone/>
              <a:defRPr sz="3000" b="0" i="0" u="none" strike="noStrike" cap="none">
                <a:solidFill>
                  <a:srgbClr val="FEFEFE"/>
                </a:solidFill>
                <a:latin typeface="Arial"/>
                <a:ea typeface="Arial"/>
                <a:cs typeface="Arial"/>
                <a:sym typeface="Arial"/>
              </a:defRPr>
            </a:lvl4pPr>
            <a:lvl5pPr marL="2286000" marR="0" lvl="4" indent="-228600" algn="l" rtl="0">
              <a:lnSpc>
                <a:spcPct val="90000"/>
              </a:lnSpc>
              <a:spcBef>
                <a:spcPts val="2000"/>
              </a:spcBef>
              <a:spcAft>
                <a:spcPts val="0"/>
              </a:spcAft>
              <a:buClr>
                <a:srgbClr val="FEFEFE"/>
              </a:buClr>
              <a:buSzPts val="3000"/>
              <a:buFont typeface="Arial"/>
              <a:buNone/>
              <a:defRPr sz="3000" b="0" i="0" u="none" strike="noStrike" cap="none">
                <a:solidFill>
                  <a:srgbClr val="FEFEFE"/>
                </a:solidFill>
                <a:latin typeface="Arial"/>
                <a:ea typeface="Arial"/>
                <a:cs typeface="Arial"/>
                <a:sym typeface="Arial"/>
              </a:defRPr>
            </a:lvl5pPr>
            <a:lvl6pPr marL="2743200" marR="0" lvl="5" indent="-584200" algn="l" rtl="0">
              <a:lnSpc>
                <a:spcPct val="90000"/>
              </a:lnSpc>
              <a:spcBef>
                <a:spcPts val="2000"/>
              </a:spcBef>
              <a:spcAft>
                <a:spcPts val="0"/>
              </a:spcAft>
              <a:buClr>
                <a:srgbClr val="000000"/>
              </a:buClr>
              <a:buSzPts val="5600"/>
              <a:buFont typeface="Arial"/>
              <a:buChar char="•"/>
              <a:defRPr sz="5600" b="0" i="0" u="none" strike="noStrike" cap="none">
                <a:solidFill>
                  <a:srgbClr val="000000"/>
                </a:solidFill>
                <a:latin typeface="Arial"/>
                <a:ea typeface="Arial"/>
                <a:cs typeface="Arial"/>
                <a:sym typeface="Arial"/>
              </a:defRPr>
            </a:lvl6pPr>
            <a:lvl7pPr marL="3200400" marR="0" lvl="6" indent="-584200" algn="l" rtl="0">
              <a:lnSpc>
                <a:spcPct val="90000"/>
              </a:lnSpc>
              <a:spcBef>
                <a:spcPts val="2000"/>
              </a:spcBef>
              <a:spcAft>
                <a:spcPts val="0"/>
              </a:spcAft>
              <a:buClr>
                <a:srgbClr val="000000"/>
              </a:buClr>
              <a:buSzPts val="5600"/>
              <a:buFont typeface="Arial"/>
              <a:buChar char="•"/>
              <a:defRPr sz="5600" b="0" i="0" u="none" strike="noStrike" cap="none">
                <a:solidFill>
                  <a:srgbClr val="000000"/>
                </a:solidFill>
                <a:latin typeface="Arial"/>
                <a:ea typeface="Arial"/>
                <a:cs typeface="Arial"/>
                <a:sym typeface="Arial"/>
              </a:defRPr>
            </a:lvl7pPr>
            <a:lvl8pPr marL="3657600" marR="0" lvl="7" indent="-584200" algn="l" rtl="0">
              <a:lnSpc>
                <a:spcPct val="90000"/>
              </a:lnSpc>
              <a:spcBef>
                <a:spcPts val="2000"/>
              </a:spcBef>
              <a:spcAft>
                <a:spcPts val="0"/>
              </a:spcAft>
              <a:buClr>
                <a:srgbClr val="000000"/>
              </a:buClr>
              <a:buSzPts val="5600"/>
              <a:buFont typeface="Arial"/>
              <a:buChar char="•"/>
              <a:defRPr sz="5600" b="0" i="0" u="none" strike="noStrike" cap="none">
                <a:solidFill>
                  <a:srgbClr val="000000"/>
                </a:solidFill>
                <a:latin typeface="Arial"/>
                <a:ea typeface="Arial"/>
                <a:cs typeface="Arial"/>
                <a:sym typeface="Arial"/>
              </a:defRPr>
            </a:lvl8pPr>
            <a:lvl9pPr marL="4114800" marR="0" lvl="8" indent="-584200" algn="l" rtl="0">
              <a:lnSpc>
                <a:spcPct val="90000"/>
              </a:lnSpc>
              <a:spcBef>
                <a:spcPts val="2000"/>
              </a:spcBef>
              <a:spcAft>
                <a:spcPts val="0"/>
              </a:spcAft>
              <a:buClr>
                <a:srgbClr val="000000"/>
              </a:buClr>
              <a:buSzPts val="5600"/>
              <a:buFont typeface="Arial"/>
              <a:buChar char="•"/>
              <a:defRPr sz="5600" b="0" i="0" u="none" strike="noStrike" cap="none">
                <a:solidFill>
                  <a:srgbClr val="000000"/>
                </a:solidFill>
                <a:latin typeface="Arial"/>
                <a:ea typeface="Arial"/>
                <a:cs typeface="Arial"/>
                <a:sym typeface="Arial"/>
              </a:defRPr>
            </a:lvl9pPr>
          </a:lstStyle>
          <a:p>
            <a:endParaRPr/>
          </a:p>
        </p:txBody>
      </p:sp>
      <p:grpSp>
        <p:nvGrpSpPr>
          <p:cNvPr id="684" name="Shape 684"/>
          <p:cNvGrpSpPr/>
          <p:nvPr/>
        </p:nvGrpSpPr>
        <p:grpSpPr>
          <a:xfrm>
            <a:off x="1399502" y="11145602"/>
            <a:ext cx="1396624" cy="1395987"/>
            <a:chOff x="0" y="0"/>
            <a:chExt cx="1395985" cy="1395985"/>
          </a:xfrm>
        </p:grpSpPr>
        <p:sp>
          <p:nvSpPr>
            <p:cNvPr id="685" name="Shape 685"/>
            <p:cNvSpPr/>
            <p:nvPr/>
          </p:nvSpPr>
          <p:spPr>
            <a:xfrm>
              <a:off x="0" y="0"/>
              <a:ext cx="1395985" cy="139598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000000"/>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686" name="Shape 686"/>
            <p:cNvSpPr/>
            <p:nvPr/>
          </p:nvSpPr>
          <p:spPr>
            <a:xfrm>
              <a:off x="251184" y="256109"/>
              <a:ext cx="920704" cy="880390"/>
            </a:xfrm>
            <a:custGeom>
              <a:avLst/>
              <a:gdLst/>
              <a:ahLst/>
              <a:cxnLst/>
              <a:rect l="0" t="0" r="0" b="0"/>
              <a:pathLst>
                <a:path w="21600" h="21458" extrusionOk="0">
                  <a:moveTo>
                    <a:pt x="16952" y="15509"/>
                  </a:moveTo>
                  <a:lnTo>
                    <a:pt x="21600" y="10680"/>
                  </a:lnTo>
                  <a:lnTo>
                    <a:pt x="20270" y="9299"/>
                  </a:lnTo>
                  <a:lnTo>
                    <a:pt x="15965" y="13772"/>
                  </a:lnTo>
                  <a:lnTo>
                    <a:pt x="14953" y="12721"/>
                  </a:lnTo>
                  <a:lnTo>
                    <a:pt x="13624" y="14101"/>
                  </a:lnTo>
                  <a:lnTo>
                    <a:pt x="14978" y="15509"/>
                  </a:lnTo>
                  <a:cubicBezTo>
                    <a:pt x="15523" y="16075"/>
                    <a:pt x="16407" y="16075"/>
                    <a:pt x="16952" y="15509"/>
                  </a:cubicBezTo>
                  <a:moveTo>
                    <a:pt x="19010" y="6901"/>
                  </a:moveTo>
                  <a:lnTo>
                    <a:pt x="20782" y="5059"/>
                  </a:lnTo>
                  <a:lnTo>
                    <a:pt x="19010" y="3217"/>
                  </a:lnTo>
                  <a:lnTo>
                    <a:pt x="18177" y="4082"/>
                  </a:lnTo>
                  <a:lnTo>
                    <a:pt x="13753" y="4082"/>
                  </a:lnTo>
                  <a:lnTo>
                    <a:pt x="12920" y="3217"/>
                  </a:lnTo>
                  <a:lnTo>
                    <a:pt x="11148" y="5059"/>
                  </a:lnTo>
                  <a:lnTo>
                    <a:pt x="12920" y="6901"/>
                  </a:lnTo>
                  <a:lnTo>
                    <a:pt x="13753" y="6036"/>
                  </a:lnTo>
                  <a:lnTo>
                    <a:pt x="15025" y="6036"/>
                  </a:lnTo>
                  <a:lnTo>
                    <a:pt x="15025" y="8650"/>
                  </a:lnTo>
                  <a:cubicBezTo>
                    <a:pt x="15602" y="8295"/>
                    <a:pt x="16328" y="8294"/>
                    <a:pt x="16905" y="8650"/>
                  </a:cubicBezTo>
                  <a:lnTo>
                    <a:pt x="16905" y="6036"/>
                  </a:lnTo>
                  <a:lnTo>
                    <a:pt x="18177" y="6036"/>
                  </a:lnTo>
                  <a:cubicBezTo>
                    <a:pt x="18177" y="6036"/>
                    <a:pt x="19010" y="6901"/>
                    <a:pt x="19010" y="6901"/>
                  </a:cubicBezTo>
                  <a:close/>
                  <a:moveTo>
                    <a:pt x="15965" y="3684"/>
                  </a:moveTo>
                  <a:lnTo>
                    <a:pt x="17738" y="1843"/>
                  </a:lnTo>
                  <a:lnTo>
                    <a:pt x="15965" y="0"/>
                  </a:lnTo>
                  <a:lnTo>
                    <a:pt x="14192" y="1843"/>
                  </a:lnTo>
                  <a:cubicBezTo>
                    <a:pt x="14192" y="1843"/>
                    <a:pt x="15965" y="3684"/>
                    <a:pt x="15965" y="3684"/>
                  </a:cubicBezTo>
                  <a:close/>
                  <a:moveTo>
                    <a:pt x="11660" y="9299"/>
                  </a:moveTo>
                  <a:lnTo>
                    <a:pt x="10331" y="10680"/>
                  </a:lnTo>
                  <a:lnTo>
                    <a:pt x="11660" y="12061"/>
                  </a:lnTo>
                  <a:lnTo>
                    <a:pt x="12989" y="10680"/>
                  </a:lnTo>
                  <a:cubicBezTo>
                    <a:pt x="12989" y="10680"/>
                    <a:pt x="11660" y="9299"/>
                    <a:pt x="11660" y="9299"/>
                  </a:cubicBezTo>
                  <a:close/>
                  <a:moveTo>
                    <a:pt x="8282" y="17567"/>
                  </a:moveTo>
                  <a:cubicBezTo>
                    <a:pt x="8282" y="15877"/>
                    <a:pt x="7291" y="14733"/>
                    <a:pt x="5701" y="14733"/>
                  </a:cubicBezTo>
                  <a:lnTo>
                    <a:pt x="122" y="14733"/>
                  </a:lnTo>
                  <a:lnTo>
                    <a:pt x="122" y="16550"/>
                  </a:lnTo>
                  <a:lnTo>
                    <a:pt x="5676" y="16550"/>
                  </a:lnTo>
                  <a:cubicBezTo>
                    <a:pt x="6324" y="16550"/>
                    <a:pt x="6728" y="16944"/>
                    <a:pt x="6728" y="17567"/>
                  </a:cubicBezTo>
                  <a:cubicBezTo>
                    <a:pt x="6728" y="18202"/>
                    <a:pt x="6324" y="18583"/>
                    <a:pt x="5676" y="18583"/>
                  </a:cubicBezTo>
                  <a:lnTo>
                    <a:pt x="122" y="18583"/>
                  </a:lnTo>
                  <a:lnTo>
                    <a:pt x="122" y="20401"/>
                  </a:lnTo>
                  <a:lnTo>
                    <a:pt x="5701" y="20401"/>
                  </a:lnTo>
                  <a:cubicBezTo>
                    <a:pt x="7291" y="20401"/>
                    <a:pt x="8282" y="19257"/>
                    <a:pt x="8282" y="17567"/>
                  </a:cubicBezTo>
                  <a:moveTo>
                    <a:pt x="8282" y="3811"/>
                  </a:moveTo>
                  <a:cubicBezTo>
                    <a:pt x="8282" y="2032"/>
                    <a:pt x="7242" y="1015"/>
                    <a:pt x="5762" y="1015"/>
                  </a:cubicBezTo>
                  <a:cubicBezTo>
                    <a:pt x="4282" y="1015"/>
                    <a:pt x="3768" y="2006"/>
                    <a:pt x="3389" y="3049"/>
                  </a:cubicBezTo>
                  <a:lnTo>
                    <a:pt x="3009" y="4091"/>
                  </a:lnTo>
                  <a:cubicBezTo>
                    <a:pt x="2801" y="4663"/>
                    <a:pt x="2447" y="4764"/>
                    <a:pt x="2214" y="4764"/>
                  </a:cubicBezTo>
                  <a:cubicBezTo>
                    <a:pt x="1774" y="4764"/>
                    <a:pt x="1443" y="4434"/>
                    <a:pt x="1443" y="3849"/>
                  </a:cubicBezTo>
                  <a:cubicBezTo>
                    <a:pt x="1443" y="3277"/>
                    <a:pt x="1811" y="2896"/>
                    <a:pt x="2385" y="2896"/>
                  </a:cubicBezTo>
                  <a:lnTo>
                    <a:pt x="2606" y="2896"/>
                  </a:lnTo>
                  <a:lnTo>
                    <a:pt x="2606" y="1193"/>
                  </a:lnTo>
                  <a:lnTo>
                    <a:pt x="2422" y="1193"/>
                  </a:lnTo>
                  <a:cubicBezTo>
                    <a:pt x="930" y="1193"/>
                    <a:pt x="0" y="2261"/>
                    <a:pt x="0" y="3849"/>
                  </a:cubicBezTo>
                  <a:cubicBezTo>
                    <a:pt x="0" y="5514"/>
                    <a:pt x="1101" y="6480"/>
                    <a:pt x="2324" y="6480"/>
                  </a:cubicBezTo>
                  <a:cubicBezTo>
                    <a:pt x="3499" y="6480"/>
                    <a:pt x="4196" y="5845"/>
                    <a:pt x="4636" y="4637"/>
                  </a:cubicBezTo>
                  <a:lnTo>
                    <a:pt x="5065" y="3468"/>
                  </a:lnTo>
                  <a:cubicBezTo>
                    <a:pt x="5260" y="2947"/>
                    <a:pt x="5529" y="2743"/>
                    <a:pt x="5933" y="2743"/>
                  </a:cubicBezTo>
                  <a:cubicBezTo>
                    <a:pt x="6496" y="2743"/>
                    <a:pt x="6826" y="3125"/>
                    <a:pt x="6826" y="3811"/>
                  </a:cubicBezTo>
                  <a:cubicBezTo>
                    <a:pt x="6826" y="4497"/>
                    <a:pt x="6520" y="4917"/>
                    <a:pt x="5872" y="4917"/>
                  </a:cubicBezTo>
                  <a:lnTo>
                    <a:pt x="5578" y="4917"/>
                  </a:lnTo>
                  <a:lnTo>
                    <a:pt x="5578" y="6633"/>
                  </a:lnTo>
                  <a:lnTo>
                    <a:pt x="5860" y="6633"/>
                  </a:lnTo>
                  <a:cubicBezTo>
                    <a:pt x="7352" y="6633"/>
                    <a:pt x="8282" y="5438"/>
                    <a:pt x="8282" y="3811"/>
                  </a:cubicBezTo>
                  <a:moveTo>
                    <a:pt x="1676" y="7753"/>
                  </a:moveTo>
                  <a:lnTo>
                    <a:pt x="122" y="7753"/>
                  </a:lnTo>
                  <a:lnTo>
                    <a:pt x="122" y="13129"/>
                  </a:lnTo>
                  <a:lnTo>
                    <a:pt x="1676" y="13129"/>
                  </a:lnTo>
                  <a:lnTo>
                    <a:pt x="1676" y="11350"/>
                  </a:lnTo>
                  <a:lnTo>
                    <a:pt x="8159" y="11350"/>
                  </a:lnTo>
                  <a:lnTo>
                    <a:pt x="8159" y="9533"/>
                  </a:lnTo>
                  <a:lnTo>
                    <a:pt x="1676" y="9533"/>
                  </a:lnTo>
                  <a:cubicBezTo>
                    <a:pt x="1676" y="9533"/>
                    <a:pt x="1676" y="7753"/>
                    <a:pt x="1676" y="7753"/>
                  </a:cubicBezTo>
                  <a:close/>
                  <a:moveTo>
                    <a:pt x="14978" y="9273"/>
                  </a:moveTo>
                  <a:lnTo>
                    <a:pt x="10331" y="14101"/>
                  </a:lnTo>
                  <a:lnTo>
                    <a:pt x="11660" y="15483"/>
                  </a:lnTo>
                  <a:lnTo>
                    <a:pt x="15965" y="11009"/>
                  </a:lnTo>
                  <a:lnTo>
                    <a:pt x="16978" y="12061"/>
                  </a:lnTo>
                  <a:lnTo>
                    <a:pt x="18307" y="10680"/>
                  </a:lnTo>
                  <a:lnTo>
                    <a:pt x="16952" y="9273"/>
                  </a:lnTo>
                  <a:cubicBezTo>
                    <a:pt x="16407" y="8707"/>
                    <a:pt x="15523" y="8707"/>
                    <a:pt x="14978" y="9273"/>
                  </a:cubicBezTo>
                  <a:moveTo>
                    <a:pt x="12294" y="15483"/>
                  </a:moveTo>
                  <a:lnTo>
                    <a:pt x="10964" y="16864"/>
                  </a:lnTo>
                  <a:lnTo>
                    <a:pt x="12319" y="18271"/>
                  </a:lnTo>
                  <a:cubicBezTo>
                    <a:pt x="12864" y="18838"/>
                    <a:pt x="13748" y="18838"/>
                    <a:pt x="14293" y="18271"/>
                  </a:cubicBezTo>
                  <a:lnTo>
                    <a:pt x="15648" y="16863"/>
                  </a:lnTo>
                  <a:lnTo>
                    <a:pt x="14319" y="15483"/>
                  </a:lnTo>
                  <a:lnTo>
                    <a:pt x="13307" y="16534"/>
                  </a:lnTo>
                  <a:cubicBezTo>
                    <a:pt x="13307" y="16534"/>
                    <a:pt x="12294" y="15483"/>
                    <a:pt x="12294" y="15483"/>
                  </a:cubicBezTo>
                  <a:close/>
                  <a:moveTo>
                    <a:pt x="14953" y="18245"/>
                  </a:moveTo>
                  <a:lnTo>
                    <a:pt x="13623" y="19626"/>
                  </a:lnTo>
                  <a:lnTo>
                    <a:pt x="14978" y="21033"/>
                  </a:lnTo>
                  <a:cubicBezTo>
                    <a:pt x="15523" y="21600"/>
                    <a:pt x="16407" y="21600"/>
                    <a:pt x="16952" y="21033"/>
                  </a:cubicBezTo>
                  <a:lnTo>
                    <a:pt x="18307" y="19626"/>
                  </a:lnTo>
                  <a:lnTo>
                    <a:pt x="16978" y="18245"/>
                  </a:lnTo>
                  <a:lnTo>
                    <a:pt x="15965" y="19296"/>
                  </a:lnTo>
                  <a:cubicBezTo>
                    <a:pt x="15965" y="19296"/>
                    <a:pt x="14953" y="18245"/>
                    <a:pt x="14953" y="18245"/>
                  </a:cubicBezTo>
                  <a:close/>
                  <a:moveTo>
                    <a:pt x="20271" y="15483"/>
                  </a:moveTo>
                  <a:lnTo>
                    <a:pt x="21600" y="14101"/>
                  </a:lnTo>
                  <a:lnTo>
                    <a:pt x="20270" y="12720"/>
                  </a:lnTo>
                  <a:lnTo>
                    <a:pt x="18941" y="14101"/>
                  </a:lnTo>
                  <a:cubicBezTo>
                    <a:pt x="18941" y="14101"/>
                    <a:pt x="20271" y="15483"/>
                    <a:pt x="20271" y="15483"/>
                  </a:cubicBezTo>
                  <a:close/>
                  <a:moveTo>
                    <a:pt x="17637" y="18271"/>
                  </a:moveTo>
                  <a:cubicBezTo>
                    <a:pt x="18182" y="18838"/>
                    <a:pt x="19066" y="18838"/>
                    <a:pt x="19612" y="18271"/>
                  </a:cubicBezTo>
                  <a:lnTo>
                    <a:pt x="20966" y="16864"/>
                  </a:lnTo>
                  <a:lnTo>
                    <a:pt x="19636" y="15483"/>
                  </a:lnTo>
                  <a:lnTo>
                    <a:pt x="18624" y="16534"/>
                  </a:lnTo>
                  <a:lnTo>
                    <a:pt x="17611" y="15483"/>
                  </a:lnTo>
                  <a:lnTo>
                    <a:pt x="16282" y="16863"/>
                  </a:lnTo>
                  <a:cubicBezTo>
                    <a:pt x="16282" y="16863"/>
                    <a:pt x="17637" y="18271"/>
                    <a:pt x="17637" y="18271"/>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grpSp>
      <p:grpSp>
        <p:nvGrpSpPr>
          <p:cNvPr id="687" name="Shape 687"/>
          <p:cNvGrpSpPr/>
          <p:nvPr/>
        </p:nvGrpSpPr>
        <p:grpSpPr>
          <a:xfrm>
            <a:off x="17000347" y="23814"/>
            <a:ext cx="6594308" cy="13238164"/>
            <a:chOff x="-1" y="0"/>
            <a:chExt cx="6591301" cy="13238163"/>
          </a:xfrm>
        </p:grpSpPr>
        <p:sp>
          <p:nvSpPr>
            <p:cNvPr id="688" name="Shape 688"/>
            <p:cNvSpPr/>
            <p:nvPr/>
          </p:nvSpPr>
          <p:spPr>
            <a:xfrm>
              <a:off x="4851400" y="1296987"/>
              <a:ext cx="58739" cy="179389"/>
            </a:xfrm>
            <a:custGeom>
              <a:avLst/>
              <a:gdLst/>
              <a:ahLst/>
              <a:cxnLst/>
              <a:rect l="0" t="0" r="0" b="0"/>
              <a:pathLst>
                <a:path w="21600" h="21600" extrusionOk="0">
                  <a:moveTo>
                    <a:pt x="0" y="0"/>
                  </a:moveTo>
                  <a:lnTo>
                    <a:pt x="21600" y="0"/>
                  </a:lnTo>
                  <a:lnTo>
                    <a:pt x="21600" y="21600"/>
                  </a:lnTo>
                  <a:lnTo>
                    <a:pt x="0" y="21600"/>
                  </a:lnTo>
                  <a:cubicBezTo>
                    <a:pt x="0" y="21600"/>
                    <a:pt x="0" y="0"/>
                    <a:pt x="0" y="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689" name="Shape 689"/>
            <p:cNvSpPr/>
            <p:nvPr/>
          </p:nvSpPr>
          <p:spPr>
            <a:xfrm>
              <a:off x="-1" y="11977687"/>
              <a:ext cx="122239" cy="369889"/>
            </a:xfrm>
            <a:custGeom>
              <a:avLst/>
              <a:gdLst/>
              <a:ahLst/>
              <a:cxnLst/>
              <a:rect l="0" t="0" r="0" b="0"/>
              <a:pathLst>
                <a:path w="21600" h="21600" extrusionOk="0">
                  <a:moveTo>
                    <a:pt x="0" y="0"/>
                  </a:moveTo>
                  <a:lnTo>
                    <a:pt x="21600" y="0"/>
                  </a:lnTo>
                  <a:lnTo>
                    <a:pt x="21600" y="21600"/>
                  </a:lnTo>
                  <a:lnTo>
                    <a:pt x="0" y="21600"/>
                  </a:lnTo>
                  <a:cubicBezTo>
                    <a:pt x="0" y="21600"/>
                    <a:pt x="0" y="0"/>
                    <a:pt x="0" y="0"/>
                  </a:cubicBezTo>
                  <a:close/>
                </a:path>
              </a:pathLst>
            </a:custGeom>
            <a:solidFill>
              <a:schemeClr val="accent2"/>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690" name="Shape 690"/>
            <p:cNvSpPr/>
            <p:nvPr/>
          </p:nvSpPr>
          <p:spPr>
            <a:xfrm>
              <a:off x="1638300" y="12498387"/>
              <a:ext cx="57150" cy="115889"/>
            </a:xfrm>
            <a:custGeom>
              <a:avLst/>
              <a:gdLst/>
              <a:ahLst/>
              <a:cxnLst/>
              <a:rect l="0" t="0" r="0" b="0"/>
              <a:pathLst>
                <a:path w="21600" h="21600" extrusionOk="0">
                  <a:moveTo>
                    <a:pt x="0" y="0"/>
                  </a:moveTo>
                  <a:lnTo>
                    <a:pt x="21600" y="0"/>
                  </a:lnTo>
                  <a:lnTo>
                    <a:pt x="21600" y="21600"/>
                  </a:lnTo>
                  <a:lnTo>
                    <a:pt x="0" y="21600"/>
                  </a:lnTo>
                  <a:cubicBezTo>
                    <a:pt x="0" y="21600"/>
                    <a:pt x="0" y="0"/>
                    <a:pt x="0" y="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691" name="Shape 691"/>
            <p:cNvSpPr/>
            <p:nvPr/>
          </p:nvSpPr>
          <p:spPr>
            <a:xfrm>
              <a:off x="3238500" y="11723687"/>
              <a:ext cx="58739" cy="176214"/>
            </a:xfrm>
            <a:custGeom>
              <a:avLst/>
              <a:gdLst/>
              <a:ahLst/>
              <a:cxnLst/>
              <a:rect l="0" t="0" r="0" b="0"/>
              <a:pathLst>
                <a:path w="21600" h="21600" extrusionOk="0">
                  <a:moveTo>
                    <a:pt x="0" y="0"/>
                  </a:moveTo>
                  <a:lnTo>
                    <a:pt x="21600" y="0"/>
                  </a:lnTo>
                  <a:lnTo>
                    <a:pt x="21600" y="21600"/>
                  </a:lnTo>
                  <a:lnTo>
                    <a:pt x="0" y="21600"/>
                  </a:lnTo>
                  <a:cubicBezTo>
                    <a:pt x="0" y="21600"/>
                    <a:pt x="0" y="0"/>
                    <a:pt x="0" y="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692" name="Shape 692"/>
            <p:cNvSpPr/>
            <p:nvPr/>
          </p:nvSpPr>
          <p:spPr>
            <a:xfrm>
              <a:off x="4851400" y="12777787"/>
              <a:ext cx="58739" cy="117476"/>
            </a:xfrm>
            <a:custGeom>
              <a:avLst/>
              <a:gdLst/>
              <a:ahLst/>
              <a:cxnLst/>
              <a:rect l="0" t="0" r="0" b="0"/>
              <a:pathLst>
                <a:path w="21600" h="21600" extrusionOk="0">
                  <a:moveTo>
                    <a:pt x="0" y="0"/>
                  </a:moveTo>
                  <a:lnTo>
                    <a:pt x="21600" y="0"/>
                  </a:lnTo>
                  <a:lnTo>
                    <a:pt x="21600" y="21600"/>
                  </a:lnTo>
                  <a:lnTo>
                    <a:pt x="0" y="21600"/>
                  </a:lnTo>
                  <a:cubicBezTo>
                    <a:pt x="0" y="21600"/>
                    <a:pt x="0" y="0"/>
                    <a:pt x="0" y="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693" name="Shape 693"/>
            <p:cNvSpPr/>
            <p:nvPr/>
          </p:nvSpPr>
          <p:spPr>
            <a:xfrm>
              <a:off x="1524000" y="3506787"/>
              <a:ext cx="293689" cy="587376"/>
            </a:xfrm>
            <a:custGeom>
              <a:avLst/>
              <a:gdLst/>
              <a:ahLst/>
              <a:cxnLst/>
              <a:rect l="0" t="0" r="0" b="0"/>
              <a:pathLst>
                <a:path w="21600" h="21600" extrusionOk="0">
                  <a:moveTo>
                    <a:pt x="0" y="0"/>
                  </a:moveTo>
                  <a:lnTo>
                    <a:pt x="21600" y="0"/>
                  </a:lnTo>
                  <a:lnTo>
                    <a:pt x="21600" y="21600"/>
                  </a:lnTo>
                  <a:lnTo>
                    <a:pt x="0" y="21600"/>
                  </a:lnTo>
                  <a:cubicBezTo>
                    <a:pt x="0" y="21600"/>
                    <a:pt x="0" y="0"/>
                    <a:pt x="0" y="0"/>
                  </a:cubicBezTo>
                  <a:close/>
                </a:path>
              </a:pathLst>
            </a:custGeom>
            <a:solidFill>
              <a:schemeClr val="accent2"/>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694" name="Shape 694"/>
            <p:cNvSpPr/>
            <p:nvPr/>
          </p:nvSpPr>
          <p:spPr>
            <a:xfrm>
              <a:off x="6464300" y="6326187"/>
              <a:ext cx="57150" cy="115889"/>
            </a:xfrm>
            <a:custGeom>
              <a:avLst/>
              <a:gdLst/>
              <a:ahLst/>
              <a:cxnLst/>
              <a:rect l="0" t="0" r="0" b="0"/>
              <a:pathLst>
                <a:path w="21600" h="21600" extrusionOk="0">
                  <a:moveTo>
                    <a:pt x="0" y="0"/>
                  </a:moveTo>
                  <a:lnTo>
                    <a:pt x="21600" y="0"/>
                  </a:lnTo>
                  <a:lnTo>
                    <a:pt x="21600" y="21600"/>
                  </a:lnTo>
                  <a:lnTo>
                    <a:pt x="0" y="21600"/>
                  </a:lnTo>
                  <a:cubicBezTo>
                    <a:pt x="0" y="21600"/>
                    <a:pt x="0" y="0"/>
                    <a:pt x="0" y="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695" name="Shape 695"/>
            <p:cNvSpPr/>
            <p:nvPr/>
          </p:nvSpPr>
          <p:spPr>
            <a:xfrm>
              <a:off x="1498600" y="10339387"/>
              <a:ext cx="328614" cy="989014"/>
            </a:xfrm>
            <a:custGeom>
              <a:avLst/>
              <a:gdLst/>
              <a:ahLst/>
              <a:cxnLst/>
              <a:rect l="0" t="0" r="0" b="0"/>
              <a:pathLst>
                <a:path w="21600" h="21600" extrusionOk="0">
                  <a:moveTo>
                    <a:pt x="0" y="0"/>
                  </a:moveTo>
                  <a:lnTo>
                    <a:pt x="21600" y="0"/>
                  </a:lnTo>
                  <a:lnTo>
                    <a:pt x="21600" y="21600"/>
                  </a:lnTo>
                  <a:lnTo>
                    <a:pt x="0" y="21600"/>
                  </a:lnTo>
                  <a:cubicBezTo>
                    <a:pt x="0" y="21600"/>
                    <a:pt x="0" y="0"/>
                    <a:pt x="0" y="0"/>
                  </a:cubicBezTo>
                  <a:close/>
                </a:path>
              </a:pathLst>
            </a:custGeom>
            <a:solidFill>
              <a:schemeClr val="accent2"/>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696" name="Shape 696"/>
            <p:cNvSpPr/>
            <p:nvPr/>
          </p:nvSpPr>
          <p:spPr>
            <a:xfrm>
              <a:off x="1638300" y="1906587"/>
              <a:ext cx="58739" cy="117476"/>
            </a:xfrm>
            <a:custGeom>
              <a:avLst/>
              <a:gdLst/>
              <a:ahLst/>
              <a:cxnLst/>
              <a:rect l="0" t="0" r="0" b="0"/>
              <a:pathLst>
                <a:path w="21600" h="21600" extrusionOk="0">
                  <a:moveTo>
                    <a:pt x="0" y="0"/>
                  </a:moveTo>
                  <a:lnTo>
                    <a:pt x="21600" y="0"/>
                  </a:lnTo>
                  <a:lnTo>
                    <a:pt x="21600" y="21600"/>
                  </a:lnTo>
                  <a:lnTo>
                    <a:pt x="0" y="21600"/>
                  </a:lnTo>
                  <a:cubicBezTo>
                    <a:pt x="0" y="21600"/>
                    <a:pt x="0" y="0"/>
                    <a:pt x="0" y="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697" name="Shape 697"/>
            <p:cNvSpPr/>
            <p:nvPr/>
          </p:nvSpPr>
          <p:spPr>
            <a:xfrm>
              <a:off x="1638300" y="7748587"/>
              <a:ext cx="57150" cy="57151"/>
            </a:xfrm>
            <a:custGeom>
              <a:avLst/>
              <a:gdLst/>
              <a:ahLst/>
              <a:cxnLst/>
              <a:rect l="0" t="0" r="0" b="0"/>
              <a:pathLst>
                <a:path w="21600" h="21600" extrusionOk="0">
                  <a:moveTo>
                    <a:pt x="0" y="0"/>
                  </a:moveTo>
                  <a:lnTo>
                    <a:pt x="21600" y="0"/>
                  </a:lnTo>
                  <a:lnTo>
                    <a:pt x="21600" y="21600"/>
                  </a:lnTo>
                  <a:lnTo>
                    <a:pt x="0" y="21600"/>
                  </a:lnTo>
                  <a:cubicBezTo>
                    <a:pt x="0" y="21600"/>
                    <a:pt x="0" y="0"/>
                    <a:pt x="0" y="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698" name="Shape 698"/>
            <p:cNvSpPr/>
            <p:nvPr/>
          </p:nvSpPr>
          <p:spPr>
            <a:xfrm>
              <a:off x="3238500" y="11469687"/>
              <a:ext cx="65089" cy="131764"/>
            </a:xfrm>
            <a:custGeom>
              <a:avLst/>
              <a:gdLst/>
              <a:ahLst/>
              <a:cxnLst/>
              <a:rect l="0" t="0" r="0" b="0"/>
              <a:pathLst>
                <a:path w="21600" h="21600" extrusionOk="0">
                  <a:moveTo>
                    <a:pt x="0" y="0"/>
                  </a:moveTo>
                  <a:lnTo>
                    <a:pt x="21600" y="0"/>
                  </a:lnTo>
                  <a:lnTo>
                    <a:pt x="21600" y="21600"/>
                  </a:lnTo>
                  <a:lnTo>
                    <a:pt x="0" y="21600"/>
                  </a:lnTo>
                  <a:cubicBezTo>
                    <a:pt x="0" y="21600"/>
                    <a:pt x="0" y="0"/>
                    <a:pt x="0" y="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699" name="Shape 699"/>
            <p:cNvSpPr/>
            <p:nvPr/>
          </p:nvSpPr>
          <p:spPr>
            <a:xfrm>
              <a:off x="4851400" y="13044487"/>
              <a:ext cx="63500" cy="193676"/>
            </a:xfrm>
            <a:custGeom>
              <a:avLst/>
              <a:gdLst/>
              <a:ahLst/>
              <a:cxnLst/>
              <a:rect l="0" t="0" r="0" b="0"/>
              <a:pathLst>
                <a:path w="21600" h="21600" extrusionOk="0">
                  <a:moveTo>
                    <a:pt x="0" y="0"/>
                  </a:moveTo>
                  <a:lnTo>
                    <a:pt x="21600" y="0"/>
                  </a:lnTo>
                  <a:lnTo>
                    <a:pt x="21600" y="21600"/>
                  </a:lnTo>
                  <a:lnTo>
                    <a:pt x="0" y="21600"/>
                  </a:lnTo>
                  <a:cubicBezTo>
                    <a:pt x="0" y="21600"/>
                    <a:pt x="0" y="0"/>
                    <a:pt x="0" y="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700" name="Shape 700"/>
            <p:cNvSpPr/>
            <p:nvPr/>
          </p:nvSpPr>
          <p:spPr>
            <a:xfrm>
              <a:off x="25399" y="11787187"/>
              <a:ext cx="57151" cy="57151"/>
            </a:xfrm>
            <a:custGeom>
              <a:avLst/>
              <a:gdLst/>
              <a:ahLst/>
              <a:cxnLst/>
              <a:rect l="0" t="0" r="0" b="0"/>
              <a:pathLst>
                <a:path w="21600" h="21600" extrusionOk="0">
                  <a:moveTo>
                    <a:pt x="0" y="0"/>
                  </a:moveTo>
                  <a:lnTo>
                    <a:pt x="21600" y="0"/>
                  </a:lnTo>
                  <a:lnTo>
                    <a:pt x="21600" y="21600"/>
                  </a:lnTo>
                  <a:lnTo>
                    <a:pt x="0" y="21600"/>
                  </a:lnTo>
                  <a:cubicBezTo>
                    <a:pt x="0" y="21600"/>
                    <a:pt x="0" y="0"/>
                    <a:pt x="0" y="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701" name="Shape 701"/>
            <p:cNvSpPr/>
            <p:nvPr/>
          </p:nvSpPr>
          <p:spPr>
            <a:xfrm>
              <a:off x="4851400" y="6961187"/>
              <a:ext cx="61914" cy="185739"/>
            </a:xfrm>
            <a:custGeom>
              <a:avLst/>
              <a:gdLst/>
              <a:ahLst/>
              <a:cxnLst/>
              <a:rect l="0" t="0" r="0" b="0"/>
              <a:pathLst>
                <a:path w="21600" h="21600" extrusionOk="0">
                  <a:moveTo>
                    <a:pt x="0" y="0"/>
                  </a:moveTo>
                  <a:lnTo>
                    <a:pt x="21600" y="0"/>
                  </a:lnTo>
                  <a:lnTo>
                    <a:pt x="21600" y="21600"/>
                  </a:lnTo>
                  <a:lnTo>
                    <a:pt x="0" y="21600"/>
                  </a:lnTo>
                  <a:cubicBezTo>
                    <a:pt x="0" y="21600"/>
                    <a:pt x="0" y="0"/>
                    <a:pt x="0" y="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702" name="Shape 702"/>
            <p:cNvSpPr/>
            <p:nvPr/>
          </p:nvSpPr>
          <p:spPr>
            <a:xfrm>
              <a:off x="25399" y="6681787"/>
              <a:ext cx="60326" cy="60326"/>
            </a:xfrm>
            <a:custGeom>
              <a:avLst/>
              <a:gdLst/>
              <a:ahLst/>
              <a:cxnLst/>
              <a:rect l="0" t="0" r="0" b="0"/>
              <a:pathLst>
                <a:path w="21600" h="21600" extrusionOk="0">
                  <a:moveTo>
                    <a:pt x="0" y="0"/>
                  </a:moveTo>
                  <a:lnTo>
                    <a:pt x="21600" y="0"/>
                  </a:lnTo>
                  <a:lnTo>
                    <a:pt x="21600" y="21600"/>
                  </a:lnTo>
                  <a:lnTo>
                    <a:pt x="0" y="21600"/>
                  </a:lnTo>
                  <a:cubicBezTo>
                    <a:pt x="0" y="21600"/>
                    <a:pt x="0" y="0"/>
                    <a:pt x="0" y="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703" name="Shape 703"/>
            <p:cNvSpPr/>
            <p:nvPr/>
          </p:nvSpPr>
          <p:spPr>
            <a:xfrm>
              <a:off x="3238500" y="9551987"/>
              <a:ext cx="61914" cy="125414"/>
            </a:xfrm>
            <a:custGeom>
              <a:avLst/>
              <a:gdLst/>
              <a:ahLst/>
              <a:cxnLst/>
              <a:rect l="0" t="0" r="0" b="0"/>
              <a:pathLst>
                <a:path w="21600" h="21600" extrusionOk="0">
                  <a:moveTo>
                    <a:pt x="0" y="0"/>
                  </a:moveTo>
                  <a:lnTo>
                    <a:pt x="21600" y="0"/>
                  </a:lnTo>
                  <a:lnTo>
                    <a:pt x="21600" y="21600"/>
                  </a:lnTo>
                  <a:lnTo>
                    <a:pt x="0" y="21600"/>
                  </a:lnTo>
                  <a:cubicBezTo>
                    <a:pt x="0" y="21600"/>
                    <a:pt x="0" y="0"/>
                    <a:pt x="0" y="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704" name="Shape 704"/>
            <p:cNvSpPr/>
            <p:nvPr/>
          </p:nvSpPr>
          <p:spPr>
            <a:xfrm>
              <a:off x="25399" y="11025187"/>
              <a:ext cx="60326" cy="60326"/>
            </a:xfrm>
            <a:custGeom>
              <a:avLst/>
              <a:gdLst/>
              <a:ahLst/>
              <a:cxnLst/>
              <a:rect l="0" t="0" r="0" b="0"/>
              <a:pathLst>
                <a:path w="21600" h="21600" extrusionOk="0">
                  <a:moveTo>
                    <a:pt x="0" y="0"/>
                  </a:moveTo>
                  <a:lnTo>
                    <a:pt x="21600" y="0"/>
                  </a:lnTo>
                  <a:lnTo>
                    <a:pt x="21600" y="21600"/>
                  </a:lnTo>
                  <a:lnTo>
                    <a:pt x="0" y="21600"/>
                  </a:lnTo>
                  <a:cubicBezTo>
                    <a:pt x="0" y="21600"/>
                    <a:pt x="0" y="0"/>
                    <a:pt x="0" y="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705" name="Shape 705"/>
            <p:cNvSpPr/>
            <p:nvPr/>
          </p:nvSpPr>
          <p:spPr>
            <a:xfrm>
              <a:off x="1638300" y="11914187"/>
              <a:ext cx="57150" cy="115889"/>
            </a:xfrm>
            <a:custGeom>
              <a:avLst/>
              <a:gdLst/>
              <a:ahLst/>
              <a:cxnLst/>
              <a:rect l="0" t="0" r="0" b="0"/>
              <a:pathLst>
                <a:path w="21600" h="21600" extrusionOk="0">
                  <a:moveTo>
                    <a:pt x="0" y="0"/>
                  </a:moveTo>
                  <a:lnTo>
                    <a:pt x="21600" y="0"/>
                  </a:lnTo>
                  <a:lnTo>
                    <a:pt x="21600" y="21600"/>
                  </a:lnTo>
                  <a:lnTo>
                    <a:pt x="0" y="21600"/>
                  </a:lnTo>
                  <a:cubicBezTo>
                    <a:pt x="0" y="21600"/>
                    <a:pt x="0" y="0"/>
                    <a:pt x="0" y="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706" name="Shape 706"/>
            <p:cNvSpPr/>
            <p:nvPr/>
          </p:nvSpPr>
          <p:spPr>
            <a:xfrm>
              <a:off x="4851400" y="11101387"/>
              <a:ext cx="57150" cy="115889"/>
            </a:xfrm>
            <a:custGeom>
              <a:avLst/>
              <a:gdLst/>
              <a:ahLst/>
              <a:cxnLst/>
              <a:rect l="0" t="0" r="0" b="0"/>
              <a:pathLst>
                <a:path w="21600" h="21600" extrusionOk="0">
                  <a:moveTo>
                    <a:pt x="0" y="0"/>
                  </a:moveTo>
                  <a:lnTo>
                    <a:pt x="21600" y="0"/>
                  </a:lnTo>
                  <a:lnTo>
                    <a:pt x="21600" y="21600"/>
                  </a:lnTo>
                  <a:lnTo>
                    <a:pt x="0" y="21600"/>
                  </a:lnTo>
                  <a:cubicBezTo>
                    <a:pt x="0" y="21600"/>
                    <a:pt x="0" y="0"/>
                    <a:pt x="0" y="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707" name="Shape 707"/>
            <p:cNvSpPr/>
            <p:nvPr/>
          </p:nvSpPr>
          <p:spPr>
            <a:xfrm>
              <a:off x="1638300" y="11952287"/>
              <a:ext cx="58739" cy="176214"/>
            </a:xfrm>
            <a:custGeom>
              <a:avLst/>
              <a:gdLst/>
              <a:ahLst/>
              <a:cxnLst/>
              <a:rect l="0" t="0" r="0" b="0"/>
              <a:pathLst>
                <a:path w="21600" h="21600" extrusionOk="0">
                  <a:moveTo>
                    <a:pt x="0" y="0"/>
                  </a:moveTo>
                  <a:lnTo>
                    <a:pt x="21600" y="0"/>
                  </a:lnTo>
                  <a:lnTo>
                    <a:pt x="21600" y="21600"/>
                  </a:lnTo>
                  <a:lnTo>
                    <a:pt x="0" y="21600"/>
                  </a:lnTo>
                  <a:cubicBezTo>
                    <a:pt x="0" y="21600"/>
                    <a:pt x="0" y="0"/>
                    <a:pt x="0" y="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708" name="Shape 708"/>
            <p:cNvSpPr/>
            <p:nvPr/>
          </p:nvSpPr>
          <p:spPr>
            <a:xfrm>
              <a:off x="3238500" y="11647487"/>
              <a:ext cx="57150" cy="57151"/>
            </a:xfrm>
            <a:custGeom>
              <a:avLst/>
              <a:gdLst/>
              <a:ahLst/>
              <a:cxnLst/>
              <a:rect l="0" t="0" r="0" b="0"/>
              <a:pathLst>
                <a:path w="21600" h="21600" extrusionOk="0">
                  <a:moveTo>
                    <a:pt x="0" y="0"/>
                  </a:moveTo>
                  <a:lnTo>
                    <a:pt x="21600" y="0"/>
                  </a:lnTo>
                  <a:lnTo>
                    <a:pt x="21600" y="21600"/>
                  </a:lnTo>
                  <a:lnTo>
                    <a:pt x="0" y="21600"/>
                  </a:lnTo>
                  <a:cubicBezTo>
                    <a:pt x="0" y="21600"/>
                    <a:pt x="0" y="0"/>
                    <a:pt x="0" y="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709" name="Shape 709"/>
            <p:cNvSpPr/>
            <p:nvPr/>
          </p:nvSpPr>
          <p:spPr>
            <a:xfrm>
              <a:off x="4851400" y="12915900"/>
              <a:ext cx="58739" cy="177800"/>
            </a:xfrm>
            <a:custGeom>
              <a:avLst/>
              <a:gdLst/>
              <a:ahLst/>
              <a:cxnLst/>
              <a:rect l="0" t="0" r="0" b="0"/>
              <a:pathLst>
                <a:path w="21600" h="21600" extrusionOk="0">
                  <a:moveTo>
                    <a:pt x="0" y="0"/>
                  </a:moveTo>
                  <a:lnTo>
                    <a:pt x="21600" y="0"/>
                  </a:lnTo>
                  <a:lnTo>
                    <a:pt x="21600" y="21600"/>
                  </a:lnTo>
                  <a:lnTo>
                    <a:pt x="0" y="21600"/>
                  </a:lnTo>
                  <a:cubicBezTo>
                    <a:pt x="0" y="21600"/>
                    <a:pt x="0" y="0"/>
                    <a:pt x="0" y="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710" name="Shape 710"/>
            <p:cNvSpPr/>
            <p:nvPr/>
          </p:nvSpPr>
          <p:spPr>
            <a:xfrm>
              <a:off x="3238500" y="11977687"/>
              <a:ext cx="57150" cy="57151"/>
            </a:xfrm>
            <a:custGeom>
              <a:avLst/>
              <a:gdLst/>
              <a:ahLst/>
              <a:cxnLst/>
              <a:rect l="0" t="0" r="0" b="0"/>
              <a:pathLst>
                <a:path w="21600" h="21600" extrusionOk="0">
                  <a:moveTo>
                    <a:pt x="0" y="0"/>
                  </a:moveTo>
                  <a:lnTo>
                    <a:pt x="21600" y="0"/>
                  </a:lnTo>
                  <a:lnTo>
                    <a:pt x="21600" y="21600"/>
                  </a:lnTo>
                  <a:lnTo>
                    <a:pt x="0" y="21600"/>
                  </a:lnTo>
                  <a:cubicBezTo>
                    <a:pt x="0" y="21600"/>
                    <a:pt x="0" y="0"/>
                    <a:pt x="0" y="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711" name="Shape 711"/>
            <p:cNvSpPr/>
            <p:nvPr/>
          </p:nvSpPr>
          <p:spPr>
            <a:xfrm>
              <a:off x="4787900" y="9056687"/>
              <a:ext cx="174625" cy="349251"/>
            </a:xfrm>
            <a:custGeom>
              <a:avLst/>
              <a:gdLst/>
              <a:ahLst/>
              <a:cxnLst/>
              <a:rect l="0" t="0" r="0" b="0"/>
              <a:pathLst>
                <a:path w="21600" h="21600" extrusionOk="0">
                  <a:moveTo>
                    <a:pt x="0" y="0"/>
                  </a:moveTo>
                  <a:lnTo>
                    <a:pt x="21600" y="0"/>
                  </a:lnTo>
                  <a:lnTo>
                    <a:pt x="21600" y="21600"/>
                  </a:lnTo>
                  <a:lnTo>
                    <a:pt x="0" y="21600"/>
                  </a:lnTo>
                  <a:cubicBezTo>
                    <a:pt x="0" y="21600"/>
                    <a:pt x="0" y="0"/>
                    <a:pt x="0" y="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712" name="Shape 712"/>
            <p:cNvSpPr/>
            <p:nvPr/>
          </p:nvSpPr>
          <p:spPr>
            <a:xfrm>
              <a:off x="6464300" y="9742487"/>
              <a:ext cx="57150" cy="57151"/>
            </a:xfrm>
            <a:custGeom>
              <a:avLst/>
              <a:gdLst/>
              <a:ahLst/>
              <a:cxnLst/>
              <a:rect l="0" t="0" r="0" b="0"/>
              <a:pathLst>
                <a:path w="21600" h="21600" extrusionOk="0">
                  <a:moveTo>
                    <a:pt x="0" y="0"/>
                  </a:moveTo>
                  <a:lnTo>
                    <a:pt x="21600" y="0"/>
                  </a:lnTo>
                  <a:lnTo>
                    <a:pt x="21600" y="21600"/>
                  </a:lnTo>
                  <a:lnTo>
                    <a:pt x="0" y="21600"/>
                  </a:lnTo>
                  <a:cubicBezTo>
                    <a:pt x="0" y="21600"/>
                    <a:pt x="0" y="0"/>
                    <a:pt x="0" y="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713" name="Shape 713"/>
            <p:cNvSpPr/>
            <p:nvPr/>
          </p:nvSpPr>
          <p:spPr>
            <a:xfrm>
              <a:off x="25399" y="8916987"/>
              <a:ext cx="57151" cy="57151"/>
            </a:xfrm>
            <a:custGeom>
              <a:avLst/>
              <a:gdLst/>
              <a:ahLst/>
              <a:cxnLst/>
              <a:rect l="0" t="0" r="0" b="0"/>
              <a:pathLst>
                <a:path w="21600" h="21600" extrusionOk="0">
                  <a:moveTo>
                    <a:pt x="0" y="0"/>
                  </a:moveTo>
                  <a:lnTo>
                    <a:pt x="21600" y="0"/>
                  </a:lnTo>
                  <a:lnTo>
                    <a:pt x="21600" y="21600"/>
                  </a:lnTo>
                  <a:lnTo>
                    <a:pt x="0" y="21600"/>
                  </a:lnTo>
                  <a:cubicBezTo>
                    <a:pt x="0" y="21600"/>
                    <a:pt x="0" y="0"/>
                    <a:pt x="0" y="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714" name="Shape 714"/>
            <p:cNvSpPr/>
            <p:nvPr/>
          </p:nvSpPr>
          <p:spPr>
            <a:xfrm>
              <a:off x="1638300" y="12892087"/>
              <a:ext cx="57150" cy="174626"/>
            </a:xfrm>
            <a:custGeom>
              <a:avLst/>
              <a:gdLst/>
              <a:ahLst/>
              <a:cxnLst/>
              <a:rect l="0" t="0" r="0" b="0"/>
              <a:pathLst>
                <a:path w="21600" h="21600" extrusionOk="0">
                  <a:moveTo>
                    <a:pt x="0" y="0"/>
                  </a:moveTo>
                  <a:lnTo>
                    <a:pt x="21600" y="0"/>
                  </a:lnTo>
                  <a:lnTo>
                    <a:pt x="21600" y="21600"/>
                  </a:lnTo>
                  <a:lnTo>
                    <a:pt x="0" y="21600"/>
                  </a:lnTo>
                  <a:cubicBezTo>
                    <a:pt x="0" y="21600"/>
                    <a:pt x="0" y="0"/>
                    <a:pt x="0" y="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715" name="Shape 715"/>
            <p:cNvSpPr/>
            <p:nvPr/>
          </p:nvSpPr>
          <p:spPr>
            <a:xfrm>
              <a:off x="3187700" y="7392987"/>
              <a:ext cx="166688" cy="166689"/>
            </a:xfrm>
            <a:custGeom>
              <a:avLst/>
              <a:gdLst/>
              <a:ahLst/>
              <a:cxnLst/>
              <a:rect l="0" t="0" r="0" b="0"/>
              <a:pathLst>
                <a:path w="21600" h="21600" extrusionOk="0">
                  <a:moveTo>
                    <a:pt x="0" y="0"/>
                  </a:moveTo>
                  <a:lnTo>
                    <a:pt x="21600" y="0"/>
                  </a:lnTo>
                  <a:lnTo>
                    <a:pt x="21600" y="21600"/>
                  </a:lnTo>
                  <a:lnTo>
                    <a:pt x="0" y="21600"/>
                  </a:lnTo>
                  <a:cubicBezTo>
                    <a:pt x="0" y="21600"/>
                    <a:pt x="0" y="0"/>
                    <a:pt x="0" y="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716" name="Shape 716"/>
            <p:cNvSpPr/>
            <p:nvPr/>
          </p:nvSpPr>
          <p:spPr>
            <a:xfrm>
              <a:off x="4851400" y="7392987"/>
              <a:ext cx="58739" cy="117476"/>
            </a:xfrm>
            <a:custGeom>
              <a:avLst/>
              <a:gdLst/>
              <a:ahLst/>
              <a:cxnLst/>
              <a:rect l="0" t="0" r="0" b="0"/>
              <a:pathLst>
                <a:path w="21600" h="21600" extrusionOk="0">
                  <a:moveTo>
                    <a:pt x="0" y="0"/>
                  </a:moveTo>
                  <a:lnTo>
                    <a:pt x="21600" y="0"/>
                  </a:lnTo>
                  <a:lnTo>
                    <a:pt x="21600" y="21600"/>
                  </a:lnTo>
                  <a:lnTo>
                    <a:pt x="0" y="21600"/>
                  </a:lnTo>
                  <a:cubicBezTo>
                    <a:pt x="0" y="21600"/>
                    <a:pt x="0" y="0"/>
                    <a:pt x="0" y="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717" name="Shape 717"/>
            <p:cNvSpPr/>
            <p:nvPr/>
          </p:nvSpPr>
          <p:spPr>
            <a:xfrm>
              <a:off x="6464300" y="8891587"/>
              <a:ext cx="57150" cy="57151"/>
            </a:xfrm>
            <a:custGeom>
              <a:avLst/>
              <a:gdLst/>
              <a:ahLst/>
              <a:cxnLst/>
              <a:rect l="0" t="0" r="0" b="0"/>
              <a:pathLst>
                <a:path w="21600" h="21600" extrusionOk="0">
                  <a:moveTo>
                    <a:pt x="0" y="0"/>
                  </a:moveTo>
                  <a:lnTo>
                    <a:pt x="21600" y="0"/>
                  </a:lnTo>
                  <a:lnTo>
                    <a:pt x="21600" y="21600"/>
                  </a:lnTo>
                  <a:lnTo>
                    <a:pt x="0" y="21600"/>
                  </a:lnTo>
                  <a:cubicBezTo>
                    <a:pt x="0" y="21600"/>
                    <a:pt x="0" y="0"/>
                    <a:pt x="0" y="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718" name="Shape 718"/>
            <p:cNvSpPr/>
            <p:nvPr/>
          </p:nvSpPr>
          <p:spPr>
            <a:xfrm>
              <a:off x="25399" y="9463087"/>
              <a:ext cx="58739" cy="176214"/>
            </a:xfrm>
            <a:custGeom>
              <a:avLst/>
              <a:gdLst/>
              <a:ahLst/>
              <a:cxnLst/>
              <a:rect l="0" t="0" r="0" b="0"/>
              <a:pathLst>
                <a:path w="21600" h="21600" extrusionOk="0">
                  <a:moveTo>
                    <a:pt x="0" y="0"/>
                  </a:moveTo>
                  <a:lnTo>
                    <a:pt x="21600" y="0"/>
                  </a:lnTo>
                  <a:lnTo>
                    <a:pt x="21600" y="21600"/>
                  </a:lnTo>
                  <a:lnTo>
                    <a:pt x="0" y="21600"/>
                  </a:lnTo>
                  <a:cubicBezTo>
                    <a:pt x="0" y="21600"/>
                    <a:pt x="0" y="0"/>
                    <a:pt x="0" y="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719" name="Shape 719"/>
            <p:cNvSpPr/>
            <p:nvPr/>
          </p:nvSpPr>
          <p:spPr>
            <a:xfrm>
              <a:off x="3238500" y="4776787"/>
              <a:ext cx="57150" cy="57151"/>
            </a:xfrm>
            <a:custGeom>
              <a:avLst/>
              <a:gdLst/>
              <a:ahLst/>
              <a:cxnLst/>
              <a:rect l="0" t="0" r="0" b="0"/>
              <a:pathLst>
                <a:path w="21600" h="21600" extrusionOk="0">
                  <a:moveTo>
                    <a:pt x="0" y="0"/>
                  </a:moveTo>
                  <a:lnTo>
                    <a:pt x="21600" y="0"/>
                  </a:lnTo>
                  <a:lnTo>
                    <a:pt x="21600" y="21600"/>
                  </a:lnTo>
                  <a:lnTo>
                    <a:pt x="0" y="21600"/>
                  </a:lnTo>
                  <a:cubicBezTo>
                    <a:pt x="0" y="21600"/>
                    <a:pt x="0" y="0"/>
                    <a:pt x="0" y="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720" name="Shape 720"/>
            <p:cNvSpPr/>
            <p:nvPr/>
          </p:nvSpPr>
          <p:spPr>
            <a:xfrm>
              <a:off x="4851400" y="8167687"/>
              <a:ext cx="57150" cy="57151"/>
            </a:xfrm>
            <a:custGeom>
              <a:avLst/>
              <a:gdLst/>
              <a:ahLst/>
              <a:cxnLst/>
              <a:rect l="0" t="0" r="0" b="0"/>
              <a:pathLst>
                <a:path w="21600" h="21600" extrusionOk="0">
                  <a:moveTo>
                    <a:pt x="0" y="0"/>
                  </a:moveTo>
                  <a:lnTo>
                    <a:pt x="21600" y="0"/>
                  </a:lnTo>
                  <a:lnTo>
                    <a:pt x="21600" y="21600"/>
                  </a:lnTo>
                  <a:lnTo>
                    <a:pt x="0" y="21600"/>
                  </a:lnTo>
                  <a:cubicBezTo>
                    <a:pt x="0" y="21600"/>
                    <a:pt x="0" y="0"/>
                    <a:pt x="0" y="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721" name="Shape 721"/>
            <p:cNvSpPr/>
            <p:nvPr/>
          </p:nvSpPr>
          <p:spPr>
            <a:xfrm>
              <a:off x="6451600" y="12460287"/>
              <a:ext cx="63500" cy="128589"/>
            </a:xfrm>
            <a:custGeom>
              <a:avLst/>
              <a:gdLst/>
              <a:ahLst/>
              <a:cxnLst/>
              <a:rect l="0" t="0" r="0" b="0"/>
              <a:pathLst>
                <a:path w="21600" h="21600" extrusionOk="0">
                  <a:moveTo>
                    <a:pt x="0" y="0"/>
                  </a:moveTo>
                  <a:lnTo>
                    <a:pt x="21600" y="0"/>
                  </a:lnTo>
                  <a:lnTo>
                    <a:pt x="21600" y="21600"/>
                  </a:lnTo>
                  <a:lnTo>
                    <a:pt x="0" y="21600"/>
                  </a:lnTo>
                  <a:cubicBezTo>
                    <a:pt x="0" y="21600"/>
                    <a:pt x="0" y="0"/>
                    <a:pt x="0" y="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722" name="Shape 722"/>
            <p:cNvSpPr/>
            <p:nvPr/>
          </p:nvSpPr>
          <p:spPr>
            <a:xfrm>
              <a:off x="-1" y="6122987"/>
              <a:ext cx="101601" cy="204789"/>
            </a:xfrm>
            <a:custGeom>
              <a:avLst/>
              <a:gdLst/>
              <a:ahLst/>
              <a:cxnLst/>
              <a:rect l="0" t="0" r="0" b="0"/>
              <a:pathLst>
                <a:path w="21600" h="21600" extrusionOk="0">
                  <a:moveTo>
                    <a:pt x="0" y="0"/>
                  </a:moveTo>
                  <a:lnTo>
                    <a:pt x="21600" y="0"/>
                  </a:lnTo>
                  <a:lnTo>
                    <a:pt x="21600" y="21600"/>
                  </a:lnTo>
                  <a:lnTo>
                    <a:pt x="0" y="21600"/>
                  </a:lnTo>
                  <a:cubicBezTo>
                    <a:pt x="0" y="21600"/>
                    <a:pt x="0" y="0"/>
                    <a:pt x="0" y="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723" name="Shape 723"/>
            <p:cNvSpPr/>
            <p:nvPr/>
          </p:nvSpPr>
          <p:spPr>
            <a:xfrm>
              <a:off x="3238500" y="7532687"/>
              <a:ext cx="57150" cy="174626"/>
            </a:xfrm>
            <a:custGeom>
              <a:avLst/>
              <a:gdLst/>
              <a:ahLst/>
              <a:cxnLst/>
              <a:rect l="0" t="0" r="0" b="0"/>
              <a:pathLst>
                <a:path w="21600" h="21600" extrusionOk="0">
                  <a:moveTo>
                    <a:pt x="0" y="0"/>
                  </a:moveTo>
                  <a:lnTo>
                    <a:pt x="21600" y="0"/>
                  </a:lnTo>
                  <a:lnTo>
                    <a:pt x="21600" y="21600"/>
                  </a:lnTo>
                  <a:lnTo>
                    <a:pt x="0" y="21600"/>
                  </a:lnTo>
                  <a:cubicBezTo>
                    <a:pt x="0" y="21600"/>
                    <a:pt x="0" y="0"/>
                    <a:pt x="0" y="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724" name="Shape 724"/>
            <p:cNvSpPr/>
            <p:nvPr/>
          </p:nvSpPr>
          <p:spPr>
            <a:xfrm>
              <a:off x="4851400" y="10593387"/>
              <a:ext cx="65089" cy="196851"/>
            </a:xfrm>
            <a:custGeom>
              <a:avLst/>
              <a:gdLst/>
              <a:ahLst/>
              <a:cxnLst/>
              <a:rect l="0" t="0" r="0" b="0"/>
              <a:pathLst>
                <a:path w="21600" h="21600" extrusionOk="0">
                  <a:moveTo>
                    <a:pt x="0" y="0"/>
                  </a:moveTo>
                  <a:lnTo>
                    <a:pt x="21600" y="0"/>
                  </a:lnTo>
                  <a:lnTo>
                    <a:pt x="21600" y="21600"/>
                  </a:lnTo>
                  <a:lnTo>
                    <a:pt x="0" y="21600"/>
                  </a:lnTo>
                  <a:cubicBezTo>
                    <a:pt x="0" y="21600"/>
                    <a:pt x="0" y="0"/>
                    <a:pt x="0" y="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725" name="Shape 725"/>
            <p:cNvSpPr/>
            <p:nvPr/>
          </p:nvSpPr>
          <p:spPr>
            <a:xfrm>
              <a:off x="6451600" y="2465387"/>
              <a:ext cx="61914" cy="185739"/>
            </a:xfrm>
            <a:custGeom>
              <a:avLst/>
              <a:gdLst/>
              <a:ahLst/>
              <a:cxnLst/>
              <a:rect l="0" t="0" r="0" b="0"/>
              <a:pathLst>
                <a:path w="21600" h="21600" extrusionOk="0">
                  <a:moveTo>
                    <a:pt x="0" y="0"/>
                  </a:moveTo>
                  <a:lnTo>
                    <a:pt x="21600" y="0"/>
                  </a:lnTo>
                  <a:lnTo>
                    <a:pt x="21600" y="21600"/>
                  </a:lnTo>
                  <a:lnTo>
                    <a:pt x="0" y="21600"/>
                  </a:lnTo>
                  <a:cubicBezTo>
                    <a:pt x="0" y="21600"/>
                    <a:pt x="0" y="0"/>
                    <a:pt x="0" y="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726" name="Shape 726"/>
            <p:cNvSpPr/>
            <p:nvPr/>
          </p:nvSpPr>
          <p:spPr>
            <a:xfrm>
              <a:off x="25399" y="8142287"/>
              <a:ext cx="57151" cy="115889"/>
            </a:xfrm>
            <a:custGeom>
              <a:avLst/>
              <a:gdLst/>
              <a:ahLst/>
              <a:cxnLst/>
              <a:rect l="0" t="0" r="0" b="0"/>
              <a:pathLst>
                <a:path w="21600" h="21600" extrusionOk="0">
                  <a:moveTo>
                    <a:pt x="0" y="0"/>
                  </a:moveTo>
                  <a:lnTo>
                    <a:pt x="21600" y="0"/>
                  </a:lnTo>
                  <a:lnTo>
                    <a:pt x="21600" y="21600"/>
                  </a:lnTo>
                  <a:lnTo>
                    <a:pt x="0" y="21600"/>
                  </a:lnTo>
                  <a:cubicBezTo>
                    <a:pt x="0" y="21600"/>
                    <a:pt x="0" y="0"/>
                    <a:pt x="0" y="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727" name="Shape 727"/>
            <p:cNvSpPr/>
            <p:nvPr/>
          </p:nvSpPr>
          <p:spPr>
            <a:xfrm>
              <a:off x="1638300" y="5030787"/>
              <a:ext cx="57150" cy="57151"/>
            </a:xfrm>
            <a:custGeom>
              <a:avLst/>
              <a:gdLst/>
              <a:ahLst/>
              <a:cxnLst/>
              <a:rect l="0" t="0" r="0" b="0"/>
              <a:pathLst>
                <a:path w="21600" h="21600" extrusionOk="0">
                  <a:moveTo>
                    <a:pt x="0" y="0"/>
                  </a:moveTo>
                  <a:lnTo>
                    <a:pt x="21600" y="0"/>
                  </a:lnTo>
                  <a:lnTo>
                    <a:pt x="21600" y="21600"/>
                  </a:lnTo>
                  <a:lnTo>
                    <a:pt x="0" y="21600"/>
                  </a:lnTo>
                  <a:cubicBezTo>
                    <a:pt x="0" y="21600"/>
                    <a:pt x="0" y="0"/>
                    <a:pt x="0" y="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728" name="Shape 728"/>
            <p:cNvSpPr/>
            <p:nvPr/>
          </p:nvSpPr>
          <p:spPr>
            <a:xfrm>
              <a:off x="3238500" y="9869487"/>
              <a:ext cx="58739" cy="177801"/>
            </a:xfrm>
            <a:custGeom>
              <a:avLst/>
              <a:gdLst/>
              <a:ahLst/>
              <a:cxnLst/>
              <a:rect l="0" t="0" r="0" b="0"/>
              <a:pathLst>
                <a:path w="21600" h="21600" extrusionOk="0">
                  <a:moveTo>
                    <a:pt x="0" y="0"/>
                  </a:moveTo>
                  <a:lnTo>
                    <a:pt x="21600" y="0"/>
                  </a:lnTo>
                  <a:lnTo>
                    <a:pt x="21600" y="21600"/>
                  </a:lnTo>
                  <a:lnTo>
                    <a:pt x="0" y="21600"/>
                  </a:lnTo>
                  <a:cubicBezTo>
                    <a:pt x="0" y="21600"/>
                    <a:pt x="0" y="0"/>
                    <a:pt x="0" y="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729" name="Shape 729"/>
            <p:cNvSpPr/>
            <p:nvPr/>
          </p:nvSpPr>
          <p:spPr>
            <a:xfrm>
              <a:off x="4851400" y="10821987"/>
              <a:ext cx="61914" cy="61914"/>
            </a:xfrm>
            <a:custGeom>
              <a:avLst/>
              <a:gdLst/>
              <a:ahLst/>
              <a:cxnLst/>
              <a:rect l="0" t="0" r="0" b="0"/>
              <a:pathLst>
                <a:path w="21600" h="21600" extrusionOk="0">
                  <a:moveTo>
                    <a:pt x="0" y="0"/>
                  </a:moveTo>
                  <a:lnTo>
                    <a:pt x="21600" y="0"/>
                  </a:lnTo>
                  <a:lnTo>
                    <a:pt x="21600" y="21600"/>
                  </a:lnTo>
                  <a:lnTo>
                    <a:pt x="0" y="21600"/>
                  </a:lnTo>
                  <a:cubicBezTo>
                    <a:pt x="0" y="21600"/>
                    <a:pt x="0" y="0"/>
                    <a:pt x="0" y="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730" name="Shape 730"/>
            <p:cNvSpPr/>
            <p:nvPr/>
          </p:nvSpPr>
          <p:spPr>
            <a:xfrm>
              <a:off x="6464300" y="6491287"/>
              <a:ext cx="58739" cy="176214"/>
            </a:xfrm>
            <a:custGeom>
              <a:avLst/>
              <a:gdLst/>
              <a:ahLst/>
              <a:cxnLst/>
              <a:rect l="0" t="0" r="0" b="0"/>
              <a:pathLst>
                <a:path w="21600" h="21600" extrusionOk="0">
                  <a:moveTo>
                    <a:pt x="0" y="0"/>
                  </a:moveTo>
                  <a:lnTo>
                    <a:pt x="21600" y="0"/>
                  </a:lnTo>
                  <a:lnTo>
                    <a:pt x="21600" y="21600"/>
                  </a:lnTo>
                  <a:lnTo>
                    <a:pt x="0" y="21600"/>
                  </a:lnTo>
                  <a:cubicBezTo>
                    <a:pt x="0" y="21600"/>
                    <a:pt x="0" y="0"/>
                    <a:pt x="0" y="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731" name="Shape 731"/>
            <p:cNvSpPr/>
            <p:nvPr/>
          </p:nvSpPr>
          <p:spPr>
            <a:xfrm>
              <a:off x="25399" y="7596187"/>
              <a:ext cx="57151" cy="57151"/>
            </a:xfrm>
            <a:custGeom>
              <a:avLst/>
              <a:gdLst/>
              <a:ahLst/>
              <a:cxnLst/>
              <a:rect l="0" t="0" r="0" b="0"/>
              <a:pathLst>
                <a:path w="21600" h="21600" extrusionOk="0">
                  <a:moveTo>
                    <a:pt x="0" y="0"/>
                  </a:moveTo>
                  <a:lnTo>
                    <a:pt x="21600" y="0"/>
                  </a:lnTo>
                  <a:lnTo>
                    <a:pt x="21600" y="21600"/>
                  </a:lnTo>
                  <a:lnTo>
                    <a:pt x="0" y="21600"/>
                  </a:lnTo>
                  <a:cubicBezTo>
                    <a:pt x="0" y="21600"/>
                    <a:pt x="0" y="0"/>
                    <a:pt x="0" y="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732" name="Shape 732"/>
            <p:cNvSpPr/>
            <p:nvPr/>
          </p:nvSpPr>
          <p:spPr>
            <a:xfrm>
              <a:off x="1638300" y="5945187"/>
              <a:ext cx="65089" cy="131764"/>
            </a:xfrm>
            <a:custGeom>
              <a:avLst/>
              <a:gdLst/>
              <a:ahLst/>
              <a:cxnLst/>
              <a:rect l="0" t="0" r="0" b="0"/>
              <a:pathLst>
                <a:path w="21600" h="21600" extrusionOk="0">
                  <a:moveTo>
                    <a:pt x="0" y="0"/>
                  </a:moveTo>
                  <a:lnTo>
                    <a:pt x="21600" y="0"/>
                  </a:lnTo>
                  <a:lnTo>
                    <a:pt x="21600" y="21600"/>
                  </a:lnTo>
                  <a:lnTo>
                    <a:pt x="0" y="21600"/>
                  </a:lnTo>
                  <a:cubicBezTo>
                    <a:pt x="0" y="21600"/>
                    <a:pt x="0" y="0"/>
                    <a:pt x="0" y="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733" name="Shape 733"/>
            <p:cNvSpPr/>
            <p:nvPr/>
          </p:nvSpPr>
          <p:spPr>
            <a:xfrm>
              <a:off x="3238500" y="7532687"/>
              <a:ext cx="58739" cy="58739"/>
            </a:xfrm>
            <a:custGeom>
              <a:avLst/>
              <a:gdLst/>
              <a:ahLst/>
              <a:cxnLst/>
              <a:rect l="0" t="0" r="0" b="0"/>
              <a:pathLst>
                <a:path w="21600" h="21600" extrusionOk="0">
                  <a:moveTo>
                    <a:pt x="0" y="0"/>
                  </a:moveTo>
                  <a:lnTo>
                    <a:pt x="21600" y="0"/>
                  </a:lnTo>
                  <a:lnTo>
                    <a:pt x="21600" y="21600"/>
                  </a:lnTo>
                  <a:lnTo>
                    <a:pt x="0" y="21600"/>
                  </a:lnTo>
                  <a:cubicBezTo>
                    <a:pt x="0" y="21600"/>
                    <a:pt x="0" y="0"/>
                    <a:pt x="0" y="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734" name="Shape 734"/>
            <p:cNvSpPr/>
            <p:nvPr/>
          </p:nvSpPr>
          <p:spPr>
            <a:xfrm>
              <a:off x="4851400" y="6440487"/>
              <a:ext cx="58739" cy="176214"/>
            </a:xfrm>
            <a:custGeom>
              <a:avLst/>
              <a:gdLst/>
              <a:ahLst/>
              <a:cxnLst/>
              <a:rect l="0" t="0" r="0" b="0"/>
              <a:pathLst>
                <a:path w="21600" h="21600" extrusionOk="0">
                  <a:moveTo>
                    <a:pt x="0" y="0"/>
                  </a:moveTo>
                  <a:lnTo>
                    <a:pt x="21600" y="0"/>
                  </a:lnTo>
                  <a:lnTo>
                    <a:pt x="21600" y="21600"/>
                  </a:lnTo>
                  <a:lnTo>
                    <a:pt x="0" y="21600"/>
                  </a:lnTo>
                  <a:cubicBezTo>
                    <a:pt x="0" y="21600"/>
                    <a:pt x="0" y="0"/>
                    <a:pt x="0" y="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735" name="Shape 735"/>
            <p:cNvSpPr/>
            <p:nvPr/>
          </p:nvSpPr>
          <p:spPr>
            <a:xfrm>
              <a:off x="6451600" y="9018587"/>
              <a:ext cx="69850" cy="209551"/>
            </a:xfrm>
            <a:custGeom>
              <a:avLst/>
              <a:gdLst/>
              <a:ahLst/>
              <a:cxnLst/>
              <a:rect l="0" t="0" r="0" b="0"/>
              <a:pathLst>
                <a:path w="21600" h="21600" extrusionOk="0">
                  <a:moveTo>
                    <a:pt x="0" y="0"/>
                  </a:moveTo>
                  <a:lnTo>
                    <a:pt x="21600" y="0"/>
                  </a:lnTo>
                  <a:lnTo>
                    <a:pt x="21600" y="21600"/>
                  </a:lnTo>
                  <a:lnTo>
                    <a:pt x="0" y="21600"/>
                  </a:lnTo>
                  <a:cubicBezTo>
                    <a:pt x="0" y="21600"/>
                    <a:pt x="0" y="0"/>
                    <a:pt x="0" y="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736" name="Shape 736"/>
            <p:cNvSpPr/>
            <p:nvPr/>
          </p:nvSpPr>
          <p:spPr>
            <a:xfrm>
              <a:off x="25399" y="6910387"/>
              <a:ext cx="58739" cy="117476"/>
            </a:xfrm>
            <a:custGeom>
              <a:avLst/>
              <a:gdLst/>
              <a:ahLst/>
              <a:cxnLst/>
              <a:rect l="0" t="0" r="0" b="0"/>
              <a:pathLst>
                <a:path w="21600" h="21600" extrusionOk="0">
                  <a:moveTo>
                    <a:pt x="0" y="0"/>
                  </a:moveTo>
                  <a:lnTo>
                    <a:pt x="21600" y="0"/>
                  </a:lnTo>
                  <a:lnTo>
                    <a:pt x="21600" y="21600"/>
                  </a:lnTo>
                  <a:lnTo>
                    <a:pt x="0" y="21600"/>
                  </a:lnTo>
                  <a:cubicBezTo>
                    <a:pt x="0" y="21600"/>
                    <a:pt x="0" y="0"/>
                    <a:pt x="0" y="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737" name="Shape 737"/>
            <p:cNvSpPr/>
            <p:nvPr/>
          </p:nvSpPr>
          <p:spPr>
            <a:xfrm>
              <a:off x="1638300" y="5360987"/>
              <a:ext cx="65089" cy="65089"/>
            </a:xfrm>
            <a:custGeom>
              <a:avLst/>
              <a:gdLst/>
              <a:ahLst/>
              <a:cxnLst/>
              <a:rect l="0" t="0" r="0" b="0"/>
              <a:pathLst>
                <a:path w="21600" h="21600" extrusionOk="0">
                  <a:moveTo>
                    <a:pt x="0" y="0"/>
                  </a:moveTo>
                  <a:lnTo>
                    <a:pt x="21600" y="0"/>
                  </a:lnTo>
                  <a:lnTo>
                    <a:pt x="21600" y="21600"/>
                  </a:lnTo>
                  <a:lnTo>
                    <a:pt x="0" y="21600"/>
                  </a:lnTo>
                  <a:cubicBezTo>
                    <a:pt x="0" y="21600"/>
                    <a:pt x="0" y="0"/>
                    <a:pt x="0" y="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738" name="Shape 738"/>
            <p:cNvSpPr/>
            <p:nvPr/>
          </p:nvSpPr>
          <p:spPr>
            <a:xfrm>
              <a:off x="3238500" y="3519487"/>
              <a:ext cx="58739" cy="119064"/>
            </a:xfrm>
            <a:custGeom>
              <a:avLst/>
              <a:gdLst/>
              <a:ahLst/>
              <a:cxnLst/>
              <a:rect l="0" t="0" r="0" b="0"/>
              <a:pathLst>
                <a:path w="21600" h="21600" extrusionOk="0">
                  <a:moveTo>
                    <a:pt x="0" y="0"/>
                  </a:moveTo>
                  <a:lnTo>
                    <a:pt x="21600" y="0"/>
                  </a:lnTo>
                  <a:lnTo>
                    <a:pt x="21600" y="21600"/>
                  </a:lnTo>
                  <a:lnTo>
                    <a:pt x="0" y="21600"/>
                  </a:lnTo>
                  <a:cubicBezTo>
                    <a:pt x="0" y="21600"/>
                    <a:pt x="0" y="0"/>
                    <a:pt x="0" y="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739" name="Shape 739"/>
            <p:cNvSpPr/>
            <p:nvPr/>
          </p:nvSpPr>
          <p:spPr>
            <a:xfrm>
              <a:off x="4851400" y="10453687"/>
              <a:ext cx="69850" cy="209551"/>
            </a:xfrm>
            <a:custGeom>
              <a:avLst/>
              <a:gdLst/>
              <a:ahLst/>
              <a:cxnLst/>
              <a:rect l="0" t="0" r="0" b="0"/>
              <a:pathLst>
                <a:path w="21600" h="21600" extrusionOk="0">
                  <a:moveTo>
                    <a:pt x="0" y="0"/>
                  </a:moveTo>
                  <a:lnTo>
                    <a:pt x="21600" y="0"/>
                  </a:lnTo>
                  <a:lnTo>
                    <a:pt x="21600" y="21600"/>
                  </a:lnTo>
                  <a:lnTo>
                    <a:pt x="0" y="21600"/>
                  </a:lnTo>
                  <a:cubicBezTo>
                    <a:pt x="0" y="21600"/>
                    <a:pt x="0" y="0"/>
                    <a:pt x="0" y="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740" name="Shape 740"/>
            <p:cNvSpPr/>
            <p:nvPr/>
          </p:nvSpPr>
          <p:spPr>
            <a:xfrm>
              <a:off x="25399" y="5995987"/>
              <a:ext cx="58739" cy="58739"/>
            </a:xfrm>
            <a:custGeom>
              <a:avLst/>
              <a:gdLst/>
              <a:ahLst/>
              <a:cxnLst/>
              <a:rect l="0" t="0" r="0" b="0"/>
              <a:pathLst>
                <a:path w="21600" h="21600" extrusionOk="0">
                  <a:moveTo>
                    <a:pt x="0" y="0"/>
                  </a:moveTo>
                  <a:lnTo>
                    <a:pt x="21600" y="0"/>
                  </a:lnTo>
                  <a:lnTo>
                    <a:pt x="21600" y="21600"/>
                  </a:lnTo>
                  <a:lnTo>
                    <a:pt x="0" y="21600"/>
                  </a:lnTo>
                  <a:cubicBezTo>
                    <a:pt x="0" y="21600"/>
                    <a:pt x="0" y="0"/>
                    <a:pt x="0" y="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741" name="Shape 741"/>
            <p:cNvSpPr/>
            <p:nvPr/>
          </p:nvSpPr>
          <p:spPr>
            <a:xfrm>
              <a:off x="1638300" y="4687887"/>
              <a:ext cx="58739" cy="119064"/>
            </a:xfrm>
            <a:custGeom>
              <a:avLst/>
              <a:gdLst/>
              <a:ahLst/>
              <a:cxnLst/>
              <a:rect l="0" t="0" r="0" b="0"/>
              <a:pathLst>
                <a:path w="21600" h="21600" extrusionOk="0">
                  <a:moveTo>
                    <a:pt x="0" y="0"/>
                  </a:moveTo>
                  <a:lnTo>
                    <a:pt x="21600" y="0"/>
                  </a:lnTo>
                  <a:lnTo>
                    <a:pt x="21600" y="21600"/>
                  </a:lnTo>
                  <a:lnTo>
                    <a:pt x="0" y="21600"/>
                  </a:lnTo>
                  <a:cubicBezTo>
                    <a:pt x="0" y="21600"/>
                    <a:pt x="0" y="0"/>
                    <a:pt x="0" y="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742" name="Shape 742"/>
            <p:cNvSpPr/>
            <p:nvPr/>
          </p:nvSpPr>
          <p:spPr>
            <a:xfrm>
              <a:off x="3225800" y="6719887"/>
              <a:ext cx="98426" cy="198439"/>
            </a:xfrm>
            <a:custGeom>
              <a:avLst/>
              <a:gdLst/>
              <a:ahLst/>
              <a:cxnLst/>
              <a:rect l="0" t="0" r="0" b="0"/>
              <a:pathLst>
                <a:path w="21600" h="21600" extrusionOk="0">
                  <a:moveTo>
                    <a:pt x="0" y="0"/>
                  </a:moveTo>
                  <a:lnTo>
                    <a:pt x="21600" y="0"/>
                  </a:lnTo>
                  <a:lnTo>
                    <a:pt x="21600" y="21600"/>
                  </a:lnTo>
                  <a:lnTo>
                    <a:pt x="0" y="21600"/>
                  </a:lnTo>
                  <a:cubicBezTo>
                    <a:pt x="0" y="21600"/>
                    <a:pt x="0" y="0"/>
                    <a:pt x="0" y="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743" name="Shape 743"/>
            <p:cNvSpPr/>
            <p:nvPr/>
          </p:nvSpPr>
          <p:spPr>
            <a:xfrm>
              <a:off x="4851400" y="7507287"/>
              <a:ext cx="57150" cy="115889"/>
            </a:xfrm>
            <a:custGeom>
              <a:avLst/>
              <a:gdLst/>
              <a:ahLst/>
              <a:cxnLst/>
              <a:rect l="0" t="0" r="0" b="0"/>
              <a:pathLst>
                <a:path w="21600" h="21600" extrusionOk="0">
                  <a:moveTo>
                    <a:pt x="0" y="0"/>
                  </a:moveTo>
                  <a:lnTo>
                    <a:pt x="21600" y="0"/>
                  </a:lnTo>
                  <a:lnTo>
                    <a:pt x="21600" y="21600"/>
                  </a:lnTo>
                  <a:lnTo>
                    <a:pt x="0" y="21600"/>
                  </a:lnTo>
                  <a:cubicBezTo>
                    <a:pt x="0" y="21600"/>
                    <a:pt x="0" y="0"/>
                    <a:pt x="0" y="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744" name="Shape 744"/>
            <p:cNvSpPr/>
            <p:nvPr/>
          </p:nvSpPr>
          <p:spPr>
            <a:xfrm>
              <a:off x="25399" y="4624387"/>
              <a:ext cx="58739" cy="117476"/>
            </a:xfrm>
            <a:custGeom>
              <a:avLst/>
              <a:gdLst/>
              <a:ahLst/>
              <a:cxnLst/>
              <a:rect l="0" t="0" r="0" b="0"/>
              <a:pathLst>
                <a:path w="21600" h="21600" extrusionOk="0">
                  <a:moveTo>
                    <a:pt x="0" y="0"/>
                  </a:moveTo>
                  <a:lnTo>
                    <a:pt x="21600" y="0"/>
                  </a:lnTo>
                  <a:lnTo>
                    <a:pt x="21600" y="21600"/>
                  </a:lnTo>
                  <a:lnTo>
                    <a:pt x="0" y="21600"/>
                  </a:lnTo>
                  <a:cubicBezTo>
                    <a:pt x="0" y="21600"/>
                    <a:pt x="0" y="0"/>
                    <a:pt x="0" y="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745" name="Shape 745"/>
            <p:cNvSpPr/>
            <p:nvPr/>
          </p:nvSpPr>
          <p:spPr>
            <a:xfrm>
              <a:off x="1638300" y="7253287"/>
              <a:ext cx="63500" cy="192089"/>
            </a:xfrm>
            <a:custGeom>
              <a:avLst/>
              <a:gdLst/>
              <a:ahLst/>
              <a:cxnLst/>
              <a:rect l="0" t="0" r="0" b="0"/>
              <a:pathLst>
                <a:path w="21600" h="21600" extrusionOk="0">
                  <a:moveTo>
                    <a:pt x="0" y="0"/>
                  </a:moveTo>
                  <a:lnTo>
                    <a:pt x="21600" y="0"/>
                  </a:lnTo>
                  <a:lnTo>
                    <a:pt x="21600" y="21600"/>
                  </a:lnTo>
                  <a:lnTo>
                    <a:pt x="0" y="21600"/>
                  </a:lnTo>
                  <a:cubicBezTo>
                    <a:pt x="0" y="21600"/>
                    <a:pt x="0" y="0"/>
                    <a:pt x="0" y="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746" name="Shape 746"/>
            <p:cNvSpPr/>
            <p:nvPr/>
          </p:nvSpPr>
          <p:spPr>
            <a:xfrm>
              <a:off x="3238500" y="3049587"/>
              <a:ext cx="57150" cy="115889"/>
            </a:xfrm>
            <a:custGeom>
              <a:avLst/>
              <a:gdLst/>
              <a:ahLst/>
              <a:cxnLst/>
              <a:rect l="0" t="0" r="0" b="0"/>
              <a:pathLst>
                <a:path w="21600" h="21600" extrusionOk="0">
                  <a:moveTo>
                    <a:pt x="0" y="0"/>
                  </a:moveTo>
                  <a:lnTo>
                    <a:pt x="21600" y="0"/>
                  </a:lnTo>
                  <a:lnTo>
                    <a:pt x="21600" y="21600"/>
                  </a:lnTo>
                  <a:lnTo>
                    <a:pt x="0" y="21600"/>
                  </a:lnTo>
                  <a:cubicBezTo>
                    <a:pt x="0" y="21600"/>
                    <a:pt x="0" y="0"/>
                    <a:pt x="0" y="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747" name="Shape 747"/>
            <p:cNvSpPr/>
            <p:nvPr/>
          </p:nvSpPr>
          <p:spPr>
            <a:xfrm>
              <a:off x="4851400" y="5665787"/>
              <a:ext cx="57150" cy="115889"/>
            </a:xfrm>
            <a:custGeom>
              <a:avLst/>
              <a:gdLst/>
              <a:ahLst/>
              <a:cxnLst/>
              <a:rect l="0" t="0" r="0" b="0"/>
              <a:pathLst>
                <a:path w="21600" h="21600" extrusionOk="0">
                  <a:moveTo>
                    <a:pt x="0" y="0"/>
                  </a:moveTo>
                  <a:lnTo>
                    <a:pt x="21600" y="0"/>
                  </a:lnTo>
                  <a:lnTo>
                    <a:pt x="21600" y="21600"/>
                  </a:lnTo>
                  <a:lnTo>
                    <a:pt x="0" y="21600"/>
                  </a:lnTo>
                  <a:cubicBezTo>
                    <a:pt x="0" y="21600"/>
                    <a:pt x="0" y="0"/>
                    <a:pt x="0" y="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748" name="Shape 748"/>
            <p:cNvSpPr/>
            <p:nvPr/>
          </p:nvSpPr>
          <p:spPr>
            <a:xfrm>
              <a:off x="6388100" y="5018087"/>
              <a:ext cx="203200" cy="611189"/>
            </a:xfrm>
            <a:custGeom>
              <a:avLst/>
              <a:gdLst/>
              <a:ahLst/>
              <a:cxnLst/>
              <a:rect l="0" t="0" r="0" b="0"/>
              <a:pathLst>
                <a:path w="21600" h="21600" extrusionOk="0">
                  <a:moveTo>
                    <a:pt x="0" y="0"/>
                  </a:moveTo>
                  <a:lnTo>
                    <a:pt x="21600" y="0"/>
                  </a:lnTo>
                  <a:lnTo>
                    <a:pt x="21600" y="21600"/>
                  </a:lnTo>
                  <a:lnTo>
                    <a:pt x="0" y="21600"/>
                  </a:lnTo>
                  <a:cubicBezTo>
                    <a:pt x="0" y="21600"/>
                    <a:pt x="0" y="0"/>
                    <a:pt x="0" y="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749" name="Shape 749"/>
            <p:cNvSpPr/>
            <p:nvPr/>
          </p:nvSpPr>
          <p:spPr>
            <a:xfrm>
              <a:off x="12699" y="6643687"/>
              <a:ext cx="80964" cy="242889"/>
            </a:xfrm>
            <a:custGeom>
              <a:avLst/>
              <a:gdLst/>
              <a:ahLst/>
              <a:cxnLst/>
              <a:rect l="0" t="0" r="0" b="0"/>
              <a:pathLst>
                <a:path w="21600" h="21600" extrusionOk="0">
                  <a:moveTo>
                    <a:pt x="0" y="0"/>
                  </a:moveTo>
                  <a:lnTo>
                    <a:pt x="21600" y="0"/>
                  </a:lnTo>
                  <a:lnTo>
                    <a:pt x="21600" y="21600"/>
                  </a:lnTo>
                  <a:lnTo>
                    <a:pt x="0" y="21600"/>
                  </a:lnTo>
                  <a:cubicBezTo>
                    <a:pt x="0" y="21600"/>
                    <a:pt x="0" y="0"/>
                    <a:pt x="0" y="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750" name="Shape 750"/>
            <p:cNvSpPr/>
            <p:nvPr/>
          </p:nvSpPr>
          <p:spPr>
            <a:xfrm>
              <a:off x="1638300" y="7062787"/>
              <a:ext cx="57150" cy="115889"/>
            </a:xfrm>
            <a:custGeom>
              <a:avLst/>
              <a:gdLst/>
              <a:ahLst/>
              <a:cxnLst/>
              <a:rect l="0" t="0" r="0" b="0"/>
              <a:pathLst>
                <a:path w="21600" h="21600" extrusionOk="0">
                  <a:moveTo>
                    <a:pt x="0" y="0"/>
                  </a:moveTo>
                  <a:lnTo>
                    <a:pt x="21600" y="0"/>
                  </a:lnTo>
                  <a:lnTo>
                    <a:pt x="21600" y="21600"/>
                  </a:lnTo>
                  <a:lnTo>
                    <a:pt x="0" y="21600"/>
                  </a:lnTo>
                  <a:cubicBezTo>
                    <a:pt x="0" y="21600"/>
                    <a:pt x="0" y="0"/>
                    <a:pt x="0" y="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751" name="Shape 751"/>
            <p:cNvSpPr/>
            <p:nvPr/>
          </p:nvSpPr>
          <p:spPr>
            <a:xfrm>
              <a:off x="3238500" y="4294187"/>
              <a:ext cx="57150" cy="115889"/>
            </a:xfrm>
            <a:custGeom>
              <a:avLst/>
              <a:gdLst/>
              <a:ahLst/>
              <a:cxnLst/>
              <a:rect l="0" t="0" r="0" b="0"/>
              <a:pathLst>
                <a:path w="21600" h="21600" extrusionOk="0">
                  <a:moveTo>
                    <a:pt x="0" y="0"/>
                  </a:moveTo>
                  <a:lnTo>
                    <a:pt x="21600" y="0"/>
                  </a:lnTo>
                  <a:lnTo>
                    <a:pt x="21600" y="21600"/>
                  </a:lnTo>
                  <a:lnTo>
                    <a:pt x="0" y="21600"/>
                  </a:lnTo>
                  <a:cubicBezTo>
                    <a:pt x="0" y="21600"/>
                    <a:pt x="0" y="0"/>
                    <a:pt x="0" y="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752" name="Shape 752"/>
            <p:cNvSpPr/>
            <p:nvPr/>
          </p:nvSpPr>
          <p:spPr>
            <a:xfrm>
              <a:off x="4813300" y="3379787"/>
              <a:ext cx="130175" cy="130176"/>
            </a:xfrm>
            <a:custGeom>
              <a:avLst/>
              <a:gdLst/>
              <a:ahLst/>
              <a:cxnLst/>
              <a:rect l="0" t="0" r="0" b="0"/>
              <a:pathLst>
                <a:path w="21600" h="21600" extrusionOk="0">
                  <a:moveTo>
                    <a:pt x="0" y="0"/>
                  </a:moveTo>
                  <a:lnTo>
                    <a:pt x="21600" y="0"/>
                  </a:lnTo>
                  <a:lnTo>
                    <a:pt x="21600" y="21600"/>
                  </a:lnTo>
                  <a:lnTo>
                    <a:pt x="0" y="21600"/>
                  </a:lnTo>
                  <a:cubicBezTo>
                    <a:pt x="0" y="21600"/>
                    <a:pt x="0" y="0"/>
                    <a:pt x="0" y="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753" name="Shape 753"/>
            <p:cNvSpPr/>
            <p:nvPr/>
          </p:nvSpPr>
          <p:spPr>
            <a:xfrm>
              <a:off x="6464300" y="7138987"/>
              <a:ext cx="57150" cy="115889"/>
            </a:xfrm>
            <a:custGeom>
              <a:avLst/>
              <a:gdLst/>
              <a:ahLst/>
              <a:cxnLst/>
              <a:rect l="0" t="0" r="0" b="0"/>
              <a:pathLst>
                <a:path w="21600" h="21600" extrusionOk="0">
                  <a:moveTo>
                    <a:pt x="0" y="0"/>
                  </a:moveTo>
                  <a:lnTo>
                    <a:pt x="21600" y="0"/>
                  </a:lnTo>
                  <a:lnTo>
                    <a:pt x="21600" y="21600"/>
                  </a:lnTo>
                  <a:lnTo>
                    <a:pt x="0" y="21600"/>
                  </a:lnTo>
                  <a:cubicBezTo>
                    <a:pt x="0" y="21600"/>
                    <a:pt x="0" y="0"/>
                    <a:pt x="0" y="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754" name="Shape 754"/>
            <p:cNvSpPr/>
            <p:nvPr/>
          </p:nvSpPr>
          <p:spPr>
            <a:xfrm>
              <a:off x="25399" y="2249487"/>
              <a:ext cx="57151" cy="174626"/>
            </a:xfrm>
            <a:custGeom>
              <a:avLst/>
              <a:gdLst/>
              <a:ahLst/>
              <a:cxnLst/>
              <a:rect l="0" t="0" r="0" b="0"/>
              <a:pathLst>
                <a:path w="21600" h="21600" extrusionOk="0">
                  <a:moveTo>
                    <a:pt x="0" y="0"/>
                  </a:moveTo>
                  <a:lnTo>
                    <a:pt x="21600" y="0"/>
                  </a:lnTo>
                  <a:lnTo>
                    <a:pt x="21600" y="21600"/>
                  </a:lnTo>
                  <a:lnTo>
                    <a:pt x="0" y="21600"/>
                  </a:lnTo>
                  <a:cubicBezTo>
                    <a:pt x="0" y="21600"/>
                    <a:pt x="0" y="0"/>
                    <a:pt x="0" y="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755" name="Shape 755"/>
            <p:cNvSpPr/>
            <p:nvPr/>
          </p:nvSpPr>
          <p:spPr>
            <a:xfrm>
              <a:off x="3200400" y="458787"/>
              <a:ext cx="136525" cy="136526"/>
            </a:xfrm>
            <a:custGeom>
              <a:avLst/>
              <a:gdLst/>
              <a:ahLst/>
              <a:cxnLst/>
              <a:rect l="0" t="0" r="0" b="0"/>
              <a:pathLst>
                <a:path w="21600" h="21600" extrusionOk="0">
                  <a:moveTo>
                    <a:pt x="0" y="0"/>
                  </a:moveTo>
                  <a:lnTo>
                    <a:pt x="21600" y="0"/>
                  </a:lnTo>
                  <a:lnTo>
                    <a:pt x="21600" y="21600"/>
                  </a:lnTo>
                  <a:lnTo>
                    <a:pt x="0" y="21600"/>
                  </a:lnTo>
                  <a:cubicBezTo>
                    <a:pt x="0" y="21600"/>
                    <a:pt x="0" y="0"/>
                    <a:pt x="0" y="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756" name="Shape 756"/>
            <p:cNvSpPr/>
            <p:nvPr/>
          </p:nvSpPr>
          <p:spPr>
            <a:xfrm>
              <a:off x="4851400" y="2300287"/>
              <a:ext cx="57150" cy="115889"/>
            </a:xfrm>
            <a:custGeom>
              <a:avLst/>
              <a:gdLst/>
              <a:ahLst/>
              <a:cxnLst/>
              <a:rect l="0" t="0" r="0" b="0"/>
              <a:pathLst>
                <a:path w="21600" h="21600" extrusionOk="0">
                  <a:moveTo>
                    <a:pt x="0" y="0"/>
                  </a:moveTo>
                  <a:lnTo>
                    <a:pt x="21600" y="0"/>
                  </a:lnTo>
                  <a:lnTo>
                    <a:pt x="21600" y="21600"/>
                  </a:lnTo>
                  <a:lnTo>
                    <a:pt x="0" y="21600"/>
                  </a:lnTo>
                  <a:cubicBezTo>
                    <a:pt x="0" y="21600"/>
                    <a:pt x="0" y="0"/>
                    <a:pt x="0" y="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757" name="Shape 757"/>
            <p:cNvSpPr/>
            <p:nvPr/>
          </p:nvSpPr>
          <p:spPr>
            <a:xfrm>
              <a:off x="6464300" y="2274887"/>
              <a:ext cx="57150" cy="115889"/>
            </a:xfrm>
            <a:custGeom>
              <a:avLst/>
              <a:gdLst/>
              <a:ahLst/>
              <a:cxnLst/>
              <a:rect l="0" t="0" r="0" b="0"/>
              <a:pathLst>
                <a:path w="21600" h="21600" extrusionOk="0">
                  <a:moveTo>
                    <a:pt x="0" y="0"/>
                  </a:moveTo>
                  <a:lnTo>
                    <a:pt x="21600" y="0"/>
                  </a:lnTo>
                  <a:lnTo>
                    <a:pt x="21600" y="21600"/>
                  </a:lnTo>
                  <a:lnTo>
                    <a:pt x="0" y="21600"/>
                  </a:lnTo>
                  <a:cubicBezTo>
                    <a:pt x="0" y="21600"/>
                    <a:pt x="0" y="0"/>
                    <a:pt x="0" y="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758" name="Shape 758"/>
            <p:cNvSpPr/>
            <p:nvPr/>
          </p:nvSpPr>
          <p:spPr>
            <a:xfrm>
              <a:off x="3238500" y="1627187"/>
              <a:ext cx="57150" cy="57151"/>
            </a:xfrm>
            <a:custGeom>
              <a:avLst/>
              <a:gdLst/>
              <a:ahLst/>
              <a:cxnLst/>
              <a:rect l="0" t="0" r="0" b="0"/>
              <a:pathLst>
                <a:path w="21600" h="21600" extrusionOk="0">
                  <a:moveTo>
                    <a:pt x="0" y="0"/>
                  </a:moveTo>
                  <a:lnTo>
                    <a:pt x="21600" y="0"/>
                  </a:lnTo>
                  <a:lnTo>
                    <a:pt x="21600" y="21600"/>
                  </a:lnTo>
                  <a:lnTo>
                    <a:pt x="0" y="21600"/>
                  </a:lnTo>
                  <a:cubicBezTo>
                    <a:pt x="0" y="21600"/>
                    <a:pt x="0" y="0"/>
                    <a:pt x="0" y="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759" name="Shape 759"/>
            <p:cNvSpPr/>
            <p:nvPr/>
          </p:nvSpPr>
          <p:spPr>
            <a:xfrm>
              <a:off x="4851400" y="5399087"/>
              <a:ext cx="57150" cy="115889"/>
            </a:xfrm>
            <a:custGeom>
              <a:avLst/>
              <a:gdLst/>
              <a:ahLst/>
              <a:cxnLst/>
              <a:rect l="0" t="0" r="0" b="0"/>
              <a:pathLst>
                <a:path w="21600" h="21600" extrusionOk="0">
                  <a:moveTo>
                    <a:pt x="0" y="0"/>
                  </a:moveTo>
                  <a:lnTo>
                    <a:pt x="21600" y="0"/>
                  </a:lnTo>
                  <a:lnTo>
                    <a:pt x="21600" y="21600"/>
                  </a:lnTo>
                  <a:lnTo>
                    <a:pt x="0" y="21600"/>
                  </a:lnTo>
                  <a:cubicBezTo>
                    <a:pt x="0" y="21600"/>
                    <a:pt x="0" y="0"/>
                    <a:pt x="0" y="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760" name="Shape 760"/>
            <p:cNvSpPr/>
            <p:nvPr/>
          </p:nvSpPr>
          <p:spPr>
            <a:xfrm>
              <a:off x="6464300" y="3074987"/>
              <a:ext cx="58739" cy="117476"/>
            </a:xfrm>
            <a:custGeom>
              <a:avLst/>
              <a:gdLst/>
              <a:ahLst/>
              <a:cxnLst/>
              <a:rect l="0" t="0" r="0" b="0"/>
              <a:pathLst>
                <a:path w="21600" h="21600" extrusionOk="0">
                  <a:moveTo>
                    <a:pt x="0" y="0"/>
                  </a:moveTo>
                  <a:lnTo>
                    <a:pt x="21600" y="0"/>
                  </a:lnTo>
                  <a:lnTo>
                    <a:pt x="21600" y="21600"/>
                  </a:lnTo>
                  <a:lnTo>
                    <a:pt x="0" y="21600"/>
                  </a:lnTo>
                  <a:cubicBezTo>
                    <a:pt x="0" y="21600"/>
                    <a:pt x="0" y="0"/>
                    <a:pt x="0" y="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761" name="Shape 761"/>
            <p:cNvSpPr/>
            <p:nvPr/>
          </p:nvSpPr>
          <p:spPr>
            <a:xfrm>
              <a:off x="-1" y="2135187"/>
              <a:ext cx="109539" cy="219076"/>
            </a:xfrm>
            <a:custGeom>
              <a:avLst/>
              <a:gdLst/>
              <a:ahLst/>
              <a:cxnLst/>
              <a:rect l="0" t="0" r="0" b="0"/>
              <a:pathLst>
                <a:path w="21600" h="21600" extrusionOk="0">
                  <a:moveTo>
                    <a:pt x="0" y="0"/>
                  </a:moveTo>
                  <a:lnTo>
                    <a:pt x="21600" y="0"/>
                  </a:lnTo>
                  <a:lnTo>
                    <a:pt x="21600" y="21600"/>
                  </a:lnTo>
                  <a:lnTo>
                    <a:pt x="0" y="21600"/>
                  </a:lnTo>
                  <a:cubicBezTo>
                    <a:pt x="0" y="21600"/>
                    <a:pt x="0" y="0"/>
                    <a:pt x="0" y="0"/>
                  </a:cubicBezTo>
                  <a:close/>
                </a:path>
              </a:pathLst>
            </a:custGeom>
            <a:solidFill>
              <a:schemeClr val="accent2"/>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762" name="Shape 762"/>
            <p:cNvSpPr/>
            <p:nvPr/>
          </p:nvSpPr>
          <p:spPr>
            <a:xfrm>
              <a:off x="1638300" y="4803775"/>
              <a:ext cx="58739" cy="176214"/>
            </a:xfrm>
            <a:custGeom>
              <a:avLst/>
              <a:gdLst/>
              <a:ahLst/>
              <a:cxnLst/>
              <a:rect l="0" t="0" r="0" b="0"/>
              <a:pathLst>
                <a:path w="21600" h="21600" extrusionOk="0">
                  <a:moveTo>
                    <a:pt x="0" y="0"/>
                  </a:moveTo>
                  <a:lnTo>
                    <a:pt x="21600" y="0"/>
                  </a:lnTo>
                  <a:lnTo>
                    <a:pt x="21600" y="21600"/>
                  </a:lnTo>
                  <a:lnTo>
                    <a:pt x="0" y="21600"/>
                  </a:lnTo>
                  <a:cubicBezTo>
                    <a:pt x="0" y="21600"/>
                    <a:pt x="0" y="0"/>
                    <a:pt x="0" y="0"/>
                  </a:cubicBezTo>
                  <a:close/>
                </a:path>
              </a:pathLst>
            </a:custGeom>
            <a:solidFill>
              <a:schemeClr val="accent2"/>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763" name="Shape 763"/>
            <p:cNvSpPr/>
            <p:nvPr/>
          </p:nvSpPr>
          <p:spPr>
            <a:xfrm>
              <a:off x="6464300" y="5132387"/>
              <a:ext cx="58739" cy="176214"/>
            </a:xfrm>
            <a:custGeom>
              <a:avLst/>
              <a:gdLst/>
              <a:ahLst/>
              <a:cxnLst/>
              <a:rect l="0" t="0" r="0" b="0"/>
              <a:pathLst>
                <a:path w="21600" h="21600" extrusionOk="0">
                  <a:moveTo>
                    <a:pt x="0" y="0"/>
                  </a:moveTo>
                  <a:lnTo>
                    <a:pt x="21600" y="0"/>
                  </a:lnTo>
                  <a:lnTo>
                    <a:pt x="21600" y="21600"/>
                  </a:lnTo>
                  <a:lnTo>
                    <a:pt x="0" y="21600"/>
                  </a:lnTo>
                  <a:cubicBezTo>
                    <a:pt x="0" y="21600"/>
                    <a:pt x="0" y="0"/>
                    <a:pt x="0" y="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764" name="Shape 764"/>
            <p:cNvSpPr/>
            <p:nvPr/>
          </p:nvSpPr>
          <p:spPr>
            <a:xfrm>
              <a:off x="1638300" y="0"/>
              <a:ext cx="57150" cy="176213"/>
            </a:xfrm>
            <a:custGeom>
              <a:avLst/>
              <a:gdLst/>
              <a:ahLst/>
              <a:cxnLst/>
              <a:rect l="0" t="0" r="0" b="0"/>
              <a:pathLst>
                <a:path w="21600" h="21600" extrusionOk="0">
                  <a:moveTo>
                    <a:pt x="0" y="0"/>
                  </a:moveTo>
                  <a:lnTo>
                    <a:pt x="21600" y="0"/>
                  </a:lnTo>
                  <a:lnTo>
                    <a:pt x="21600" y="21600"/>
                  </a:lnTo>
                  <a:lnTo>
                    <a:pt x="0" y="21600"/>
                  </a:lnTo>
                  <a:cubicBezTo>
                    <a:pt x="0" y="21600"/>
                    <a:pt x="0" y="0"/>
                    <a:pt x="0" y="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765" name="Shape 765"/>
            <p:cNvSpPr/>
            <p:nvPr/>
          </p:nvSpPr>
          <p:spPr>
            <a:xfrm>
              <a:off x="3238500" y="26987"/>
              <a:ext cx="60325" cy="60326"/>
            </a:xfrm>
            <a:custGeom>
              <a:avLst/>
              <a:gdLst/>
              <a:ahLst/>
              <a:cxnLst/>
              <a:rect l="0" t="0" r="0" b="0"/>
              <a:pathLst>
                <a:path w="21600" h="21600" extrusionOk="0">
                  <a:moveTo>
                    <a:pt x="0" y="0"/>
                  </a:moveTo>
                  <a:lnTo>
                    <a:pt x="21600" y="0"/>
                  </a:lnTo>
                  <a:lnTo>
                    <a:pt x="21600" y="21600"/>
                  </a:lnTo>
                  <a:lnTo>
                    <a:pt x="0" y="21600"/>
                  </a:lnTo>
                  <a:cubicBezTo>
                    <a:pt x="0" y="21600"/>
                    <a:pt x="0" y="0"/>
                    <a:pt x="0" y="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766" name="Shape 766"/>
            <p:cNvSpPr/>
            <p:nvPr/>
          </p:nvSpPr>
          <p:spPr>
            <a:xfrm>
              <a:off x="6464300" y="954087"/>
              <a:ext cx="57150" cy="115889"/>
            </a:xfrm>
            <a:custGeom>
              <a:avLst/>
              <a:gdLst/>
              <a:ahLst/>
              <a:cxnLst/>
              <a:rect l="0" t="0" r="0" b="0"/>
              <a:pathLst>
                <a:path w="21600" h="21600" extrusionOk="0">
                  <a:moveTo>
                    <a:pt x="0" y="0"/>
                  </a:moveTo>
                  <a:lnTo>
                    <a:pt x="21600" y="0"/>
                  </a:lnTo>
                  <a:lnTo>
                    <a:pt x="21600" y="21600"/>
                  </a:lnTo>
                  <a:lnTo>
                    <a:pt x="0" y="21600"/>
                  </a:lnTo>
                  <a:cubicBezTo>
                    <a:pt x="0" y="21600"/>
                    <a:pt x="0" y="0"/>
                    <a:pt x="0" y="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grpSp>
      <p:sp>
        <p:nvSpPr>
          <p:cNvPr id="767" name="Shape 767"/>
          <p:cNvSpPr txBox="1">
            <a:spLocks noGrp="1"/>
          </p:cNvSpPr>
          <p:nvPr>
            <p:ph type="sldNum" idx="12"/>
          </p:nvPr>
        </p:nvSpPr>
        <p:spPr>
          <a:xfrm>
            <a:off x="17474063" y="12481869"/>
            <a:ext cx="5689230" cy="461665"/>
          </a:xfrm>
          <a:prstGeom prst="rect">
            <a:avLst/>
          </a:prstGeom>
          <a:noFill/>
          <a:ln>
            <a:noFill/>
          </a:ln>
        </p:spPr>
        <p:txBody>
          <a:bodyPr spcFirstLastPara="1" wrap="square" lIns="45700" tIns="45700" rIns="45700" bIns="45700" anchor="ctr" anchorCtr="0">
            <a:noAutofit/>
          </a:bodyPr>
          <a:lstStyle>
            <a:lvl1pPr marL="0" marR="0" lvl="0" indent="0" algn="r" rtl="0">
              <a:spcBef>
                <a:spcPts val="0"/>
              </a:spcBef>
              <a:buNone/>
              <a:defRPr sz="2400">
                <a:solidFill>
                  <a:srgbClr val="888888"/>
                </a:solidFill>
                <a:latin typeface="Helvetica Neue"/>
                <a:ea typeface="Helvetica Neue"/>
                <a:cs typeface="Helvetica Neue"/>
                <a:sym typeface="Helvetica Neue"/>
              </a:defRPr>
            </a:lvl1pPr>
            <a:lvl2pPr marL="0" marR="0" lvl="1" indent="0" algn="r" rtl="0">
              <a:spcBef>
                <a:spcPts val="0"/>
              </a:spcBef>
              <a:buNone/>
              <a:defRPr sz="2400">
                <a:solidFill>
                  <a:srgbClr val="888888"/>
                </a:solidFill>
                <a:latin typeface="Helvetica Neue"/>
                <a:ea typeface="Helvetica Neue"/>
                <a:cs typeface="Helvetica Neue"/>
                <a:sym typeface="Helvetica Neue"/>
              </a:defRPr>
            </a:lvl2pPr>
            <a:lvl3pPr marL="0" marR="0" lvl="2" indent="0" algn="r" rtl="0">
              <a:spcBef>
                <a:spcPts val="0"/>
              </a:spcBef>
              <a:buNone/>
              <a:defRPr sz="2400">
                <a:solidFill>
                  <a:srgbClr val="888888"/>
                </a:solidFill>
                <a:latin typeface="Helvetica Neue"/>
                <a:ea typeface="Helvetica Neue"/>
                <a:cs typeface="Helvetica Neue"/>
                <a:sym typeface="Helvetica Neue"/>
              </a:defRPr>
            </a:lvl3pPr>
            <a:lvl4pPr marL="0" marR="0" lvl="3" indent="0" algn="r" rtl="0">
              <a:spcBef>
                <a:spcPts val="0"/>
              </a:spcBef>
              <a:buNone/>
              <a:defRPr sz="2400">
                <a:solidFill>
                  <a:srgbClr val="888888"/>
                </a:solidFill>
                <a:latin typeface="Helvetica Neue"/>
                <a:ea typeface="Helvetica Neue"/>
                <a:cs typeface="Helvetica Neue"/>
                <a:sym typeface="Helvetica Neue"/>
              </a:defRPr>
            </a:lvl4pPr>
            <a:lvl5pPr marL="0" marR="0" lvl="4" indent="0" algn="r" rtl="0">
              <a:spcBef>
                <a:spcPts val="0"/>
              </a:spcBef>
              <a:buNone/>
              <a:defRPr sz="2400">
                <a:solidFill>
                  <a:srgbClr val="888888"/>
                </a:solidFill>
                <a:latin typeface="Helvetica Neue"/>
                <a:ea typeface="Helvetica Neue"/>
                <a:cs typeface="Helvetica Neue"/>
                <a:sym typeface="Helvetica Neue"/>
              </a:defRPr>
            </a:lvl5pPr>
            <a:lvl6pPr marL="0" marR="0" lvl="5" indent="0" algn="r" rtl="0">
              <a:spcBef>
                <a:spcPts val="0"/>
              </a:spcBef>
              <a:buNone/>
              <a:defRPr sz="2400">
                <a:solidFill>
                  <a:srgbClr val="888888"/>
                </a:solidFill>
                <a:latin typeface="Helvetica Neue"/>
                <a:ea typeface="Helvetica Neue"/>
                <a:cs typeface="Helvetica Neue"/>
                <a:sym typeface="Helvetica Neue"/>
              </a:defRPr>
            </a:lvl6pPr>
            <a:lvl7pPr marL="0" marR="0" lvl="6" indent="0" algn="r" rtl="0">
              <a:spcBef>
                <a:spcPts val="0"/>
              </a:spcBef>
              <a:buNone/>
              <a:defRPr sz="2400">
                <a:solidFill>
                  <a:srgbClr val="888888"/>
                </a:solidFill>
                <a:latin typeface="Helvetica Neue"/>
                <a:ea typeface="Helvetica Neue"/>
                <a:cs typeface="Helvetica Neue"/>
                <a:sym typeface="Helvetica Neue"/>
              </a:defRPr>
            </a:lvl7pPr>
            <a:lvl8pPr marL="0" marR="0" lvl="7" indent="0" algn="r" rtl="0">
              <a:spcBef>
                <a:spcPts val="0"/>
              </a:spcBef>
              <a:buNone/>
              <a:defRPr sz="2400">
                <a:solidFill>
                  <a:srgbClr val="888888"/>
                </a:solidFill>
                <a:latin typeface="Helvetica Neue"/>
                <a:ea typeface="Helvetica Neue"/>
                <a:cs typeface="Helvetica Neue"/>
                <a:sym typeface="Helvetica Neue"/>
              </a:defRPr>
            </a:lvl8pPr>
            <a:lvl9pPr marL="0" marR="0" lvl="8" indent="0" algn="r" rtl="0">
              <a:spcBef>
                <a:spcPts val="0"/>
              </a:spcBef>
              <a:buNone/>
              <a:defRPr sz="2400">
                <a:solidFill>
                  <a:srgbClr val="888888"/>
                </a:solidFill>
                <a:latin typeface="Helvetica Neue"/>
                <a:ea typeface="Helvetica Neue"/>
                <a:cs typeface="Helvetica Neue"/>
                <a:sym typeface="Helvetica Neue"/>
              </a:defRPr>
            </a:lvl9pPr>
          </a:lstStyle>
          <a:p>
            <a:pPr marL="0" lvl="0" indent="0">
              <a:spcBef>
                <a:spcPts val="0"/>
              </a:spcBef>
              <a:spcAft>
                <a:spcPts val="0"/>
              </a:spcAft>
              <a:buNone/>
            </a:pPr>
            <a:fld id="{00000000-1234-1234-1234-123412341234}" type="slidenum">
              <a:rPr lang="en-AU"/>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10_Title Slide">
  <p:cSld name="10_Title Slide">
    <p:spTree>
      <p:nvGrpSpPr>
        <p:cNvPr id="1" name="Shape 768"/>
        <p:cNvGrpSpPr/>
        <p:nvPr/>
      </p:nvGrpSpPr>
      <p:grpSpPr>
        <a:xfrm>
          <a:off x="0" y="0"/>
          <a:ext cx="0" cy="0"/>
          <a:chOff x="0" y="0"/>
          <a:chExt cx="0" cy="0"/>
        </a:xfrm>
      </p:grpSpPr>
      <p:sp>
        <p:nvSpPr>
          <p:cNvPr id="769" name="Shape 769"/>
          <p:cNvSpPr txBox="1">
            <a:spLocks noGrp="1"/>
          </p:cNvSpPr>
          <p:nvPr>
            <p:ph type="title"/>
          </p:nvPr>
        </p:nvSpPr>
        <p:spPr>
          <a:xfrm>
            <a:off x="4074958" y="3373440"/>
            <a:ext cx="15632336" cy="4775201"/>
          </a:xfrm>
          <a:prstGeom prst="rect">
            <a:avLst/>
          </a:prstGeom>
          <a:noFill/>
          <a:ln>
            <a:noFill/>
          </a:ln>
        </p:spPr>
        <p:txBody>
          <a:bodyPr spcFirstLastPara="1" wrap="square" lIns="91425" tIns="91425" rIns="91425" bIns="91425" anchor="t" anchorCtr="0"/>
          <a:lstStyle>
            <a:lvl1pPr marR="0" lvl="0" algn="l" rtl="0">
              <a:lnSpc>
                <a:spcPct val="104000"/>
              </a:lnSpc>
              <a:spcBef>
                <a:spcPts val="0"/>
              </a:spcBef>
              <a:spcAft>
                <a:spcPts val="0"/>
              </a:spcAft>
              <a:buClr>
                <a:srgbClr val="FEFEFE"/>
              </a:buClr>
              <a:buSzPts val="10000"/>
              <a:buFont typeface="Arial"/>
              <a:buNone/>
              <a:defRPr sz="10000" b="0" i="0" u="none" strike="noStrike" cap="none">
                <a:solidFill>
                  <a:srgbClr val="FEFEFE"/>
                </a:solidFill>
                <a:latin typeface="Arial"/>
                <a:ea typeface="Arial"/>
                <a:cs typeface="Arial"/>
                <a:sym typeface="Arial"/>
              </a:defRPr>
            </a:lvl1pPr>
            <a:lvl2pPr marR="0" lvl="1" algn="l" rtl="0">
              <a:lnSpc>
                <a:spcPct val="104000"/>
              </a:lnSpc>
              <a:spcBef>
                <a:spcPts val="0"/>
              </a:spcBef>
              <a:spcAft>
                <a:spcPts val="0"/>
              </a:spcAft>
              <a:buClr>
                <a:srgbClr val="FEFEFE"/>
              </a:buClr>
              <a:buSzPts val="10000"/>
              <a:buFont typeface="Arial"/>
              <a:buNone/>
              <a:defRPr sz="10000" b="0" i="0" u="none" strike="noStrike" cap="none">
                <a:solidFill>
                  <a:srgbClr val="FEFEFE"/>
                </a:solidFill>
                <a:latin typeface="Arial"/>
                <a:ea typeface="Arial"/>
                <a:cs typeface="Arial"/>
                <a:sym typeface="Arial"/>
              </a:defRPr>
            </a:lvl2pPr>
            <a:lvl3pPr marR="0" lvl="2" algn="l" rtl="0">
              <a:lnSpc>
                <a:spcPct val="104000"/>
              </a:lnSpc>
              <a:spcBef>
                <a:spcPts val="0"/>
              </a:spcBef>
              <a:spcAft>
                <a:spcPts val="0"/>
              </a:spcAft>
              <a:buClr>
                <a:srgbClr val="FEFEFE"/>
              </a:buClr>
              <a:buSzPts val="10000"/>
              <a:buFont typeface="Arial"/>
              <a:buNone/>
              <a:defRPr sz="10000" b="0" i="0" u="none" strike="noStrike" cap="none">
                <a:solidFill>
                  <a:srgbClr val="FEFEFE"/>
                </a:solidFill>
                <a:latin typeface="Arial"/>
                <a:ea typeface="Arial"/>
                <a:cs typeface="Arial"/>
                <a:sym typeface="Arial"/>
              </a:defRPr>
            </a:lvl3pPr>
            <a:lvl4pPr marR="0" lvl="3" algn="l" rtl="0">
              <a:lnSpc>
                <a:spcPct val="104000"/>
              </a:lnSpc>
              <a:spcBef>
                <a:spcPts val="0"/>
              </a:spcBef>
              <a:spcAft>
                <a:spcPts val="0"/>
              </a:spcAft>
              <a:buClr>
                <a:srgbClr val="FEFEFE"/>
              </a:buClr>
              <a:buSzPts val="10000"/>
              <a:buFont typeface="Arial"/>
              <a:buNone/>
              <a:defRPr sz="10000" b="0" i="0" u="none" strike="noStrike" cap="none">
                <a:solidFill>
                  <a:srgbClr val="FEFEFE"/>
                </a:solidFill>
                <a:latin typeface="Arial"/>
                <a:ea typeface="Arial"/>
                <a:cs typeface="Arial"/>
                <a:sym typeface="Arial"/>
              </a:defRPr>
            </a:lvl4pPr>
            <a:lvl5pPr marR="0" lvl="4" algn="l" rtl="0">
              <a:lnSpc>
                <a:spcPct val="104000"/>
              </a:lnSpc>
              <a:spcBef>
                <a:spcPts val="0"/>
              </a:spcBef>
              <a:spcAft>
                <a:spcPts val="0"/>
              </a:spcAft>
              <a:buClr>
                <a:srgbClr val="FEFEFE"/>
              </a:buClr>
              <a:buSzPts val="10000"/>
              <a:buFont typeface="Arial"/>
              <a:buNone/>
              <a:defRPr sz="10000" b="0" i="0" u="none" strike="noStrike" cap="none">
                <a:solidFill>
                  <a:srgbClr val="FEFEFE"/>
                </a:solidFill>
                <a:latin typeface="Arial"/>
                <a:ea typeface="Arial"/>
                <a:cs typeface="Arial"/>
                <a:sym typeface="Arial"/>
              </a:defRPr>
            </a:lvl5pPr>
            <a:lvl6pPr marR="0" lvl="5" algn="l" rtl="0">
              <a:lnSpc>
                <a:spcPct val="104000"/>
              </a:lnSpc>
              <a:spcBef>
                <a:spcPts val="0"/>
              </a:spcBef>
              <a:spcAft>
                <a:spcPts val="0"/>
              </a:spcAft>
              <a:buClr>
                <a:srgbClr val="FEFEFE"/>
              </a:buClr>
              <a:buSzPts val="10000"/>
              <a:buFont typeface="Arial"/>
              <a:buNone/>
              <a:defRPr sz="10000" b="0" i="0" u="none" strike="noStrike" cap="none">
                <a:solidFill>
                  <a:srgbClr val="FEFEFE"/>
                </a:solidFill>
                <a:latin typeface="Arial"/>
                <a:ea typeface="Arial"/>
                <a:cs typeface="Arial"/>
                <a:sym typeface="Arial"/>
              </a:defRPr>
            </a:lvl6pPr>
            <a:lvl7pPr marR="0" lvl="6" algn="l" rtl="0">
              <a:lnSpc>
                <a:spcPct val="104000"/>
              </a:lnSpc>
              <a:spcBef>
                <a:spcPts val="0"/>
              </a:spcBef>
              <a:spcAft>
                <a:spcPts val="0"/>
              </a:spcAft>
              <a:buClr>
                <a:srgbClr val="FEFEFE"/>
              </a:buClr>
              <a:buSzPts val="10000"/>
              <a:buFont typeface="Arial"/>
              <a:buNone/>
              <a:defRPr sz="10000" b="0" i="0" u="none" strike="noStrike" cap="none">
                <a:solidFill>
                  <a:srgbClr val="FEFEFE"/>
                </a:solidFill>
                <a:latin typeface="Arial"/>
                <a:ea typeface="Arial"/>
                <a:cs typeface="Arial"/>
                <a:sym typeface="Arial"/>
              </a:defRPr>
            </a:lvl7pPr>
            <a:lvl8pPr marR="0" lvl="7" algn="l" rtl="0">
              <a:lnSpc>
                <a:spcPct val="104000"/>
              </a:lnSpc>
              <a:spcBef>
                <a:spcPts val="0"/>
              </a:spcBef>
              <a:spcAft>
                <a:spcPts val="0"/>
              </a:spcAft>
              <a:buClr>
                <a:srgbClr val="FEFEFE"/>
              </a:buClr>
              <a:buSzPts val="10000"/>
              <a:buFont typeface="Arial"/>
              <a:buNone/>
              <a:defRPr sz="10000" b="0" i="0" u="none" strike="noStrike" cap="none">
                <a:solidFill>
                  <a:srgbClr val="FEFEFE"/>
                </a:solidFill>
                <a:latin typeface="Arial"/>
                <a:ea typeface="Arial"/>
                <a:cs typeface="Arial"/>
                <a:sym typeface="Arial"/>
              </a:defRPr>
            </a:lvl8pPr>
            <a:lvl9pPr marR="0" lvl="8" algn="l" rtl="0">
              <a:lnSpc>
                <a:spcPct val="104000"/>
              </a:lnSpc>
              <a:spcBef>
                <a:spcPts val="0"/>
              </a:spcBef>
              <a:spcAft>
                <a:spcPts val="0"/>
              </a:spcAft>
              <a:buClr>
                <a:srgbClr val="FEFEFE"/>
              </a:buClr>
              <a:buSzPts val="10000"/>
              <a:buFont typeface="Arial"/>
              <a:buNone/>
              <a:defRPr sz="10000" b="0" i="0" u="none" strike="noStrike" cap="none">
                <a:solidFill>
                  <a:srgbClr val="FEFEFE"/>
                </a:solidFill>
                <a:latin typeface="Arial"/>
                <a:ea typeface="Arial"/>
                <a:cs typeface="Arial"/>
                <a:sym typeface="Arial"/>
              </a:defRPr>
            </a:lvl9pPr>
          </a:lstStyle>
          <a:p>
            <a:endParaRPr/>
          </a:p>
        </p:txBody>
      </p:sp>
      <p:sp>
        <p:nvSpPr>
          <p:cNvPr id="770" name="Shape 770"/>
          <p:cNvSpPr txBox="1">
            <a:spLocks noGrp="1"/>
          </p:cNvSpPr>
          <p:nvPr>
            <p:ph type="sldNum" idx="12"/>
          </p:nvPr>
        </p:nvSpPr>
        <p:spPr>
          <a:xfrm>
            <a:off x="17474063" y="12481869"/>
            <a:ext cx="5689230" cy="461665"/>
          </a:xfrm>
          <a:prstGeom prst="rect">
            <a:avLst/>
          </a:prstGeom>
          <a:noFill/>
          <a:ln>
            <a:noFill/>
          </a:ln>
        </p:spPr>
        <p:txBody>
          <a:bodyPr spcFirstLastPara="1" wrap="square" lIns="45700" tIns="45700" rIns="45700" bIns="45700" anchor="ctr" anchorCtr="0">
            <a:noAutofit/>
          </a:bodyPr>
          <a:lstStyle>
            <a:lvl1pPr marL="0" marR="0" lvl="0" indent="0" algn="r" rtl="0">
              <a:spcBef>
                <a:spcPts val="0"/>
              </a:spcBef>
              <a:buNone/>
              <a:defRPr sz="2400">
                <a:solidFill>
                  <a:srgbClr val="888888"/>
                </a:solidFill>
                <a:latin typeface="Helvetica Neue"/>
                <a:ea typeface="Helvetica Neue"/>
                <a:cs typeface="Helvetica Neue"/>
                <a:sym typeface="Helvetica Neue"/>
              </a:defRPr>
            </a:lvl1pPr>
            <a:lvl2pPr marL="0" marR="0" lvl="1" indent="0" algn="r" rtl="0">
              <a:spcBef>
                <a:spcPts val="0"/>
              </a:spcBef>
              <a:buNone/>
              <a:defRPr sz="2400">
                <a:solidFill>
                  <a:srgbClr val="888888"/>
                </a:solidFill>
                <a:latin typeface="Helvetica Neue"/>
                <a:ea typeface="Helvetica Neue"/>
                <a:cs typeface="Helvetica Neue"/>
                <a:sym typeface="Helvetica Neue"/>
              </a:defRPr>
            </a:lvl2pPr>
            <a:lvl3pPr marL="0" marR="0" lvl="2" indent="0" algn="r" rtl="0">
              <a:spcBef>
                <a:spcPts val="0"/>
              </a:spcBef>
              <a:buNone/>
              <a:defRPr sz="2400">
                <a:solidFill>
                  <a:srgbClr val="888888"/>
                </a:solidFill>
                <a:latin typeface="Helvetica Neue"/>
                <a:ea typeface="Helvetica Neue"/>
                <a:cs typeface="Helvetica Neue"/>
                <a:sym typeface="Helvetica Neue"/>
              </a:defRPr>
            </a:lvl3pPr>
            <a:lvl4pPr marL="0" marR="0" lvl="3" indent="0" algn="r" rtl="0">
              <a:spcBef>
                <a:spcPts val="0"/>
              </a:spcBef>
              <a:buNone/>
              <a:defRPr sz="2400">
                <a:solidFill>
                  <a:srgbClr val="888888"/>
                </a:solidFill>
                <a:latin typeface="Helvetica Neue"/>
                <a:ea typeface="Helvetica Neue"/>
                <a:cs typeface="Helvetica Neue"/>
                <a:sym typeface="Helvetica Neue"/>
              </a:defRPr>
            </a:lvl4pPr>
            <a:lvl5pPr marL="0" marR="0" lvl="4" indent="0" algn="r" rtl="0">
              <a:spcBef>
                <a:spcPts val="0"/>
              </a:spcBef>
              <a:buNone/>
              <a:defRPr sz="2400">
                <a:solidFill>
                  <a:srgbClr val="888888"/>
                </a:solidFill>
                <a:latin typeface="Helvetica Neue"/>
                <a:ea typeface="Helvetica Neue"/>
                <a:cs typeface="Helvetica Neue"/>
                <a:sym typeface="Helvetica Neue"/>
              </a:defRPr>
            </a:lvl5pPr>
            <a:lvl6pPr marL="0" marR="0" lvl="5" indent="0" algn="r" rtl="0">
              <a:spcBef>
                <a:spcPts val="0"/>
              </a:spcBef>
              <a:buNone/>
              <a:defRPr sz="2400">
                <a:solidFill>
                  <a:srgbClr val="888888"/>
                </a:solidFill>
                <a:latin typeface="Helvetica Neue"/>
                <a:ea typeface="Helvetica Neue"/>
                <a:cs typeface="Helvetica Neue"/>
                <a:sym typeface="Helvetica Neue"/>
              </a:defRPr>
            </a:lvl6pPr>
            <a:lvl7pPr marL="0" marR="0" lvl="6" indent="0" algn="r" rtl="0">
              <a:spcBef>
                <a:spcPts val="0"/>
              </a:spcBef>
              <a:buNone/>
              <a:defRPr sz="2400">
                <a:solidFill>
                  <a:srgbClr val="888888"/>
                </a:solidFill>
                <a:latin typeface="Helvetica Neue"/>
                <a:ea typeface="Helvetica Neue"/>
                <a:cs typeface="Helvetica Neue"/>
                <a:sym typeface="Helvetica Neue"/>
              </a:defRPr>
            </a:lvl7pPr>
            <a:lvl8pPr marL="0" marR="0" lvl="7" indent="0" algn="r" rtl="0">
              <a:spcBef>
                <a:spcPts val="0"/>
              </a:spcBef>
              <a:buNone/>
              <a:defRPr sz="2400">
                <a:solidFill>
                  <a:srgbClr val="888888"/>
                </a:solidFill>
                <a:latin typeface="Helvetica Neue"/>
                <a:ea typeface="Helvetica Neue"/>
                <a:cs typeface="Helvetica Neue"/>
                <a:sym typeface="Helvetica Neue"/>
              </a:defRPr>
            </a:lvl8pPr>
            <a:lvl9pPr marL="0" marR="0" lvl="8" indent="0" algn="r" rtl="0">
              <a:spcBef>
                <a:spcPts val="0"/>
              </a:spcBef>
              <a:buNone/>
              <a:defRPr sz="2400">
                <a:solidFill>
                  <a:srgbClr val="888888"/>
                </a:solidFill>
                <a:latin typeface="Helvetica Neue"/>
                <a:ea typeface="Helvetica Neue"/>
                <a:cs typeface="Helvetica Neue"/>
                <a:sym typeface="Helvetica Neue"/>
              </a:defRPr>
            </a:lvl9pPr>
          </a:lstStyle>
          <a:p>
            <a:pPr marL="0" lvl="0" indent="0">
              <a:spcBef>
                <a:spcPts val="0"/>
              </a:spcBef>
              <a:spcAft>
                <a:spcPts val="0"/>
              </a:spcAft>
              <a:buNone/>
            </a:pPr>
            <a:fld id="{00000000-1234-1234-1234-123412341234}" type="slidenum">
              <a:rPr lang="en-AU"/>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matchingName="11_Title Slide">
  <p:cSld name="11_Title Slide">
    <p:bg>
      <p:bgPr>
        <a:solidFill>
          <a:schemeClr val="accent2"/>
        </a:solidFill>
        <a:effectLst/>
      </p:bgPr>
    </p:bg>
    <p:spTree>
      <p:nvGrpSpPr>
        <p:cNvPr id="1" name="Shape 771"/>
        <p:cNvGrpSpPr/>
        <p:nvPr/>
      </p:nvGrpSpPr>
      <p:grpSpPr>
        <a:xfrm>
          <a:off x="0" y="0"/>
          <a:ext cx="0" cy="0"/>
          <a:chOff x="0" y="0"/>
          <a:chExt cx="0" cy="0"/>
        </a:xfrm>
      </p:grpSpPr>
      <p:grpSp>
        <p:nvGrpSpPr>
          <p:cNvPr id="772" name="Shape 772"/>
          <p:cNvGrpSpPr/>
          <p:nvPr/>
        </p:nvGrpSpPr>
        <p:grpSpPr>
          <a:xfrm>
            <a:off x="3106193" y="769470"/>
            <a:ext cx="20713618" cy="11825384"/>
            <a:chOff x="0" y="-1"/>
            <a:chExt cx="20704174" cy="11825382"/>
          </a:xfrm>
        </p:grpSpPr>
        <p:sp>
          <p:nvSpPr>
            <p:cNvPr id="773" name="Shape 773"/>
            <p:cNvSpPr/>
            <p:nvPr/>
          </p:nvSpPr>
          <p:spPr>
            <a:xfrm rot="10800000" flipH="1">
              <a:off x="0" y="10016004"/>
              <a:ext cx="41275" cy="1331914"/>
            </a:xfrm>
            <a:custGeom>
              <a:avLst/>
              <a:gdLst/>
              <a:ahLst/>
              <a:cxnLst/>
              <a:rect l="0" t="0" r="0" b="0"/>
              <a:pathLst>
                <a:path w="21600" h="21600" extrusionOk="0">
                  <a:moveTo>
                    <a:pt x="0" y="0"/>
                  </a:moveTo>
                  <a:lnTo>
                    <a:pt x="21600" y="0"/>
                  </a:lnTo>
                  <a:lnTo>
                    <a:pt x="21600" y="21600"/>
                  </a:lnTo>
                  <a:lnTo>
                    <a:pt x="0" y="21600"/>
                  </a:lnTo>
                  <a:cubicBezTo>
                    <a:pt x="0" y="21600"/>
                    <a:pt x="0" y="0"/>
                    <a:pt x="0" y="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774" name="Shape 774"/>
            <p:cNvSpPr/>
            <p:nvPr/>
          </p:nvSpPr>
          <p:spPr>
            <a:xfrm rot="10800000" flipH="1">
              <a:off x="81615" y="60513"/>
              <a:ext cx="41276" cy="6313490"/>
            </a:xfrm>
            <a:custGeom>
              <a:avLst/>
              <a:gdLst/>
              <a:ahLst/>
              <a:cxnLst/>
              <a:rect l="0" t="0" r="0" b="0"/>
              <a:pathLst>
                <a:path w="21600" h="21600" extrusionOk="0">
                  <a:moveTo>
                    <a:pt x="0" y="0"/>
                  </a:moveTo>
                  <a:lnTo>
                    <a:pt x="21600" y="0"/>
                  </a:lnTo>
                  <a:lnTo>
                    <a:pt x="21600" y="21600"/>
                  </a:lnTo>
                  <a:lnTo>
                    <a:pt x="0" y="21600"/>
                  </a:lnTo>
                  <a:cubicBezTo>
                    <a:pt x="0" y="21600"/>
                    <a:pt x="0" y="0"/>
                    <a:pt x="0" y="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775" name="Shape 775"/>
            <p:cNvSpPr/>
            <p:nvPr/>
          </p:nvSpPr>
          <p:spPr>
            <a:xfrm rot="10800000" flipH="1">
              <a:off x="4076699" y="10028704"/>
              <a:ext cx="41276" cy="1331914"/>
            </a:xfrm>
            <a:custGeom>
              <a:avLst/>
              <a:gdLst/>
              <a:ahLst/>
              <a:cxnLst/>
              <a:rect l="0" t="0" r="0" b="0"/>
              <a:pathLst>
                <a:path w="21600" h="21600" extrusionOk="0">
                  <a:moveTo>
                    <a:pt x="0" y="0"/>
                  </a:moveTo>
                  <a:lnTo>
                    <a:pt x="21600" y="0"/>
                  </a:lnTo>
                  <a:lnTo>
                    <a:pt x="21600" y="21600"/>
                  </a:lnTo>
                  <a:lnTo>
                    <a:pt x="0" y="21600"/>
                  </a:lnTo>
                  <a:cubicBezTo>
                    <a:pt x="0" y="21600"/>
                    <a:pt x="0" y="0"/>
                    <a:pt x="0" y="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776" name="Shape 776"/>
            <p:cNvSpPr/>
            <p:nvPr/>
          </p:nvSpPr>
          <p:spPr>
            <a:xfrm rot="10800000" flipH="1">
              <a:off x="4051299" y="94128"/>
              <a:ext cx="41276" cy="6313490"/>
            </a:xfrm>
            <a:custGeom>
              <a:avLst/>
              <a:gdLst/>
              <a:ahLst/>
              <a:cxnLst/>
              <a:rect l="0" t="0" r="0" b="0"/>
              <a:pathLst>
                <a:path w="21600" h="21600" extrusionOk="0">
                  <a:moveTo>
                    <a:pt x="0" y="0"/>
                  </a:moveTo>
                  <a:lnTo>
                    <a:pt x="21600" y="0"/>
                  </a:lnTo>
                  <a:lnTo>
                    <a:pt x="21600" y="21600"/>
                  </a:lnTo>
                  <a:lnTo>
                    <a:pt x="0" y="21600"/>
                  </a:lnTo>
                  <a:cubicBezTo>
                    <a:pt x="0" y="21600"/>
                    <a:pt x="0" y="0"/>
                    <a:pt x="0" y="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777" name="Shape 777"/>
            <p:cNvSpPr/>
            <p:nvPr/>
          </p:nvSpPr>
          <p:spPr>
            <a:xfrm rot="10800000" flipH="1">
              <a:off x="8915399" y="10028704"/>
              <a:ext cx="41276" cy="1331914"/>
            </a:xfrm>
            <a:custGeom>
              <a:avLst/>
              <a:gdLst/>
              <a:ahLst/>
              <a:cxnLst/>
              <a:rect l="0" t="0" r="0" b="0"/>
              <a:pathLst>
                <a:path w="21600" h="21600" extrusionOk="0">
                  <a:moveTo>
                    <a:pt x="0" y="0"/>
                  </a:moveTo>
                  <a:lnTo>
                    <a:pt x="21600" y="0"/>
                  </a:lnTo>
                  <a:lnTo>
                    <a:pt x="21600" y="21600"/>
                  </a:lnTo>
                  <a:lnTo>
                    <a:pt x="0" y="21600"/>
                  </a:lnTo>
                  <a:cubicBezTo>
                    <a:pt x="0" y="21600"/>
                    <a:pt x="0" y="0"/>
                    <a:pt x="0" y="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778" name="Shape 778"/>
            <p:cNvSpPr/>
            <p:nvPr/>
          </p:nvSpPr>
          <p:spPr>
            <a:xfrm rot="10800000" flipH="1">
              <a:off x="8101989" y="513229"/>
              <a:ext cx="41276" cy="6313490"/>
            </a:xfrm>
            <a:custGeom>
              <a:avLst/>
              <a:gdLst/>
              <a:ahLst/>
              <a:cxnLst/>
              <a:rect l="0" t="0" r="0" b="0"/>
              <a:pathLst>
                <a:path w="21600" h="21600" extrusionOk="0">
                  <a:moveTo>
                    <a:pt x="0" y="0"/>
                  </a:moveTo>
                  <a:lnTo>
                    <a:pt x="21600" y="0"/>
                  </a:lnTo>
                  <a:lnTo>
                    <a:pt x="21600" y="21600"/>
                  </a:lnTo>
                  <a:lnTo>
                    <a:pt x="0" y="21600"/>
                  </a:lnTo>
                  <a:cubicBezTo>
                    <a:pt x="0" y="21600"/>
                    <a:pt x="0" y="0"/>
                    <a:pt x="0" y="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779" name="Shape 779"/>
            <p:cNvSpPr/>
            <p:nvPr/>
          </p:nvSpPr>
          <p:spPr>
            <a:xfrm rot="10800000" flipH="1">
              <a:off x="16890998" y="10028704"/>
              <a:ext cx="41276" cy="1331914"/>
            </a:xfrm>
            <a:custGeom>
              <a:avLst/>
              <a:gdLst/>
              <a:ahLst/>
              <a:cxnLst/>
              <a:rect l="0" t="0" r="0" b="0"/>
              <a:pathLst>
                <a:path w="21600" h="21600" extrusionOk="0">
                  <a:moveTo>
                    <a:pt x="0" y="0"/>
                  </a:moveTo>
                  <a:lnTo>
                    <a:pt x="21600" y="0"/>
                  </a:lnTo>
                  <a:lnTo>
                    <a:pt x="21600" y="21600"/>
                  </a:lnTo>
                  <a:lnTo>
                    <a:pt x="0" y="21600"/>
                  </a:lnTo>
                  <a:cubicBezTo>
                    <a:pt x="0" y="21600"/>
                    <a:pt x="0" y="0"/>
                    <a:pt x="0" y="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780" name="Shape 780"/>
            <p:cNvSpPr/>
            <p:nvPr/>
          </p:nvSpPr>
          <p:spPr>
            <a:xfrm rot="10800000" flipH="1">
              <a:off x="12231592" y="-1"/>
              <a:ext cx="41276" cy="6313490"/>
            </a:xfrm>
            <a:custGeom>
              <a:avLst/>
              <a:gdLst/>
              <a:ahLst/>
              <a:cxnLst/>
              <a:rect l="0" t="0" r="0" b="0"/>
              <a:pathLst>
                <a:path w="21600" h="21600" extrusionOk="0">
                  <a:moveTo>
                    <a:pt x="0" y="0"/>
                  </a:moveTo>
                  <a:lnTo>
                    <a:pt x="21600" y="0"/>
                  </a:lnTo>
                  <a:lnTo>
                    <a:pt x="21600" y="21600"/>
                  </a:lnTo>
                  <a:lnTo>
                    <a:pt x="0" y="21600"/>
                  </a:lnTo>
                  <a:cubicBezTo>
                    <a:pt x="0" y="21600"/>
                    <a:pt x="0" y="0"/>
                    <a:pt x="0" y="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781" name="Shape 781"/>
            <p:cNvSpPr/>
            <p:nvPr/>
          </p:nvSpPr>
          <p:spPr>
            <a:xfrm rot="10800000" flipH="1">
              <a:off x="16344898" y="10491880"/>
              <a:ext cx="41276" cy="1333501"/>
            </a:xfrm>
            <a:custGeom>
              <a:avLst/>
              <a:gdLst/>
              <a:ahLst/>
              <a:cxnLst/>
              <a:rect l="0" t="0" r="0" b="0"/>
              <a:pathLst>
                <a:path w="21600" h="21600" extrusionOk="0">
                  <a:moveTo>
                    <a:pt x="0" y="0"/>
                  </a:moveTo>
                  <a:lnTo>
                    <a:pt x="21600" y="0"/>
                  </a:lnTo>
                  <a:lnTo>
                    <a:pt x="21600" y="21600"/>
                  </a:lnTo>
                  <a:lnTo>
                    <a:pt x="0" y="21600"/>
                  </a:lnTo>
                  <a:cubicBezTo>
                    <a:pt x="0" y="21600"/>
                    <a:pt x="0" y="0"/>
                    <a:pt x="0" y="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782" name="Shape 782"/>
            <p:cNvSpPr/>
            <p:nvPr/>
          </p:nvSpPr>
          <p:spPr>
            <a:xfrm rot="10800000" flipH="1">
              <a:off x="20662898" y="10003304"/>
              <a:ext cx="41276" cy="1331914"/>
            </a:xfrm>
            <a:custGeom>
              <a:avLst/>
              <a:gdLst/>
              <a:ahLst/>
              <a:cxnLst/>
              <a:rect l="0" t="0" r="0" b="0"/>
              <a:pathLst>
                <a:path w="21600" h="21600" extrusionOk="0">
                  <a:moveTo>
                    <a:pt x="0" y="0"/>
                  </a:moveTo>
                  <a:lnTo>
                    <a:pt x="21600" y="0"/>
                  </a:lnTo>
                  <a:lnTo>
                    <a:pt x="21600" y="21600"/>
                  </a:lnTo>
                  <a:lnTo>
                    <a:pt x="0" y="21600"/>
                  </a:lnTo>
                  <a:cubicBezTo>
                    <a:pt x="0" y="21600"/>
                    <a:pt x="0" y="0"/>
                    <a:pt x="0" y="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783" name="Shape 783"/>
            <p:cNvSpPr/>
            <p:nvPr/>
          </p:nvSpPr>
          <p:spPr>
            <a:xfrm rot="10800000" flipH="1">
              <a:off x="16282281" y="190044"/>
              <a:ext cx="45764" cy="6503603"/>
            </a:xfrm>
            <a:custGeom>
              <a:avLst/>
              <a:gdLst/>
              <a:ahLst/>
              <a:cxnLst/>
              <a:rect l="0" t="0" r="0" b="0"/>
              <a:pathLst>
                <a:path w="21600" h="21600" extrusionOk="0">
                  <a:moveTo>
                    <a:pt x="0" y="0"/>
                  </a:moveTo>
                  <a:lnTo>
                    <a:pt x="21600" y="0"/>
                  </a:lnTo>
                  <a:lnTo>
                    <a:pt x="21600" y="21600"/>
                  </a:lnTo>
                  <a:lnTo>
                    <a:pt x="0" y="21600"/>
                  </a:lnTo>
                  <a:cubicBezTo>
                    <a:pt x="0" y="21600"/>
                    <a:pt x="0" y="0"/>
                    <a:pt x="0" y="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grpSp>
      <p:sp>
        <p:nvSpPr>
          <p:cNvPr id="784" name="Shape 784"/>
          <p:cNvSpPr txBox="1">
            <a:spLocks noGrp="1"/>
          </p:cNvSpPr>
          <p:nvPr>
            <p:ph type="title"/>
          </p:nvPr>
        </p:nvSpPr>
        <p:spPr>
          <a:xfrm>
            <a:off x="10438316" y="8268049"/>
            <a:ext cx="12580094" cy="4775201"/>
          </a:xfrm>
          <a:prstGeom prst="rect">
            <a:avLst/>
          </a:prstGeom>
          <a:noFill/>
          <a:ln>
            <a:noFill/>
          </a:ln>
        </p:spPr>
        <p:txBody>
          <a:bodyPr spcFirstLastPara="1" wrap="square" lIns="91425" tIns="91425" rIns="91425" bIns="91425" anchor="t" anchorCtr="0"/>
          <a:lstStyle>
            <a:lvl1pPr marR="0" lvl="0" algn="l" rtl="0">
              <a:lnSpc>
                <a:spcPct val="104000"/>
              </a:lnSpc>
              <a:spcBef>
                <a:spcPts val="0"/>
              </a:spcBef>
              <a:spcAft>
                <a:spcPts val="0"/>
              </a:spcAft>
              <a:buClr>
                <a:srgbClr val="FEFEFE"/>
              </a:buClr>
              <a:buSzPts val="10000"/>
              <a:buFont typeface="Arial"/>
              <a:buNone/>
              <a:defRPr sz="10000" b="0" i="0" u="none" strike="noStrike" cap="none">
                <a:solidFill>
                  <a:srgbClr val="FEFEFE"/>
                </a:solidFill>
                <a:latin typeface="Arial"/>
                <a:ea typeface="Arial"/>
                <a:cs typeface="Arial"/>
                <a:sym typeface="Arial"/>
              </a:defRPr>
            </a:lvl1pPr>
            <a:lvl2pPr marR="0" lvl="1" algn="l" rtl="0">
              <a:lnSpc>
                <a:spcPct val="104000"/>
              </a:lnSpc>
              <a:spcBef>
                <a:spcPts val="0"/>
              </a:spcBef>
              <a:spcAft>
                <a:spcPts val="0"/>
              </a:spcAft>
              <a:buClr>
                <a:srgbClr val="FEFEFE"/>
              </a:buClr>
              <a:buSzPts val="10000"/>
              <a:buFont typeface="Arial"/>
              <a:buNone/>
              <a:defRPr sz="10000" b="0" i="0" u="none" strike="noStrike" cap="none">
                <a:solidFill>
                  <a:srgbClr val="FEFEFE"/>
                </a:solidFill>
                <a:latin typeface="Arial"/>
                <a:ea typeface="Arial"/>
                <a:cs typeface="Arial"/>
                <a:sym typeface="Arial"/>
              </a:defRPr>
            </a:lvl2pPr>
            <a:lvl3pPr marR="0" lvl="2" algn="l" rtl="0">
              <a:lnSpc>
                <a:spcPct val="104000"/>
              </a:lnSpc>
              <a:spcBef>
                <a:spcPts val="0"/>
              </a:spcBef>
              <a:spcAft>
                <a:spcPts val="0"/>
              </a:spcAft>
              <a:buClr>
                <a:srgbClr val="FEFEFE"/>
              </a:buClr>
              <a:buSzPts val="10000"/>
              <a:buFont typeface="Arial"/>
              <a:buNone/>
              <a:defRPr sz="10000" b="0" i="0" u="none" strike="noStrike" cap="none">
                <a:solidFill>
                  <a:srgbClr val="FEFEFE"/>
                </a:solidFill>
                <a:latin typeface="Arial"/>
                <a:ea typeface="Arial"/>
                <a:cs typeface="Arial"/>
                <a:sym typeface="Arial"/>
              </a:defRPr>
            </a:lvl3pPr>
            <a:lvl4pPr marR="0" lvl="3" algn="l" rtl="0">
              <a:lnSpc>
                <a:spcPct val="104000"/>
              </a:lnSpc>
              <a:spcBef>
                <a:spcPts val="0"/>
              </a:spcBef>
              <a:spcAft>
                <a:spcPts val="0"/>
              </a:spcAft>
              <a:buClr>
                <a:srgbClr val="FEFEFE"/>
              </a:buClr>
              <a:buSzPts val="10000"/>
              <a:buFont typeface="Arial"/>
              <a:buNone/>
              <a:defRPr sz="10000" b="0" i="0" u="none" strike="noStrike" cap="none">
                <a:solidFill>
                  <a:srgbClr val="FEFEFE"/>
                </a:solidFill>
                <a:latin typeface="Arial"/>
                <a:ea typeface="Arial"/>
                <a:cs typeface="Arial"/>
                <a:sym typeface="Arial"/>
              </a:defRPr>
            </a:lvl4pPr>
            <a:lvl5pPr marR="0" lvl="4" algn="l" rtl="0">
              <a:lnSpc>
                <a:spcPct val="104000"/>
              </a:lnSpc>
              <a:spcBef>
                <a:spcPts val="0"/>
              </a:spcBef>
              <a:spcAft>
                <a:spcPts val="0"/>
              </a:spcAft>
              <a:buClr>
                <a:srgbClr val="FEFEFE"/>
              </a:buClr>
              <a:buSzPts val="10000"/>
              <a:buFont typeface="Arial"/>
              <a:buNone/>
              <a:defRPr sz="10000" b="0" i="0" u="none" strike="noStrike" cap="none">
                <a:solidFill>
                  <a:srgbClr val="FEFEFE"/>
                </a:solidFill>
                <a:latin typeface="Arial"/>
                <a:ea typeface="Arial"/>
                <a:cs typeface="Arial"/>
                <a:sym typeface="Arial"/>
              </a:defRPr>
            </a:lvl5pPr>
            <a:lvl6pPr marR="0" lvl="5" algn="l" rtl="0">
              <a:lnSpc>
                <a:spcPct val="104000"/>
              </a:lnSpc>
              <a:spcBef>
                <a:spcPts val="0"/>
              </a:spcBef>
              <a:spcAft>
                <a:spcPts val="0"/>
              </a:spcAft>
              <a:buClr>
                <a:srgbClr val="FEFEFE"/>
              </a:buClr>
              <a:buSzPts val="10000"/>
              <a:buFont typeface="Arial"/>
              <a:buNone/>
              <a:defRPr sz="10000" b="0" i="0" u="none" strike="noStrike" cap="none">
                <a:solidFill>
                  <a:srgbClr val="FEFEFE"/>
                </a:solidFill>
                <a:latin typeface="Arial"/>
                <a:ea typeface="Arial"/>
                <a:cs typeface="Arial"/>
                <a:sym typeface="Arial"/>
              </a:defRPr>
            </a:lvl6pPr>
            <a:lvl7pPr marR="0" lvl="6" algn="l" rtl="0">
              <a:lnSpc>
                <a:spcPct val="104000"/>
              </a:lnSpc>
              <a:spcBef>
                <a:spcPts val="0"/>
              </a:spcBef>
              <a:spcAft>
                <a:spcPts val="0"/>
              </a:spcAft>
              <a:buClr>
                <a:srgbClr val="FEFEFE"/>
              </a:buClr>
              <a:buSzPts val="10000"/>
              <a:buFont typeface="Arial"/>
              <a:buNone/>
              <a:defRPr sz="10000" b="0" i="0" u="none" strike="noStrike" cap="none">
                <a:solidFill>
                  <a:srgbClr val="FEFEFE"/>
                </a:solidFill>
                <a:latin typeface="Arial"/>
                <a:ea typeface="Arial"/>
                <a:cs typeface="Arial"/>
                <a:sym typeface="Arial"/>
              </a:defRPr>
            </a:lvl7pPr>
            <a:lvl8pPr marR="0" lvl="7" algn="l" rtl="0">
              <a:lnSpc>
                <a:spcPct val="104000"/>
              </a:lnSpc>
              <a:spcBef>
                <a:spcPts val="0"/>
              </a:spcBef>
              <a:spcAft>
                <a:spcPts val="0"/>
              </a:spcAft>
              <a:buClr>
                <a:srgbClr val="FEFEFE"/>
              </a:buClr>
              <a:buSzPts val="10000"/>
              <a:buFont typeface="Arial"/>
              <a:buNone/>
              <a:defRPr sz="10000" b="0" i="0" u="none" strike="noStrike" cap="none">
                <a:solidFill>
                  <a:srgbClr val="FEFEFE"/>
                </a:solidFill>
                <a:latin typeface="Arial"/>
                <a:ea typeface="Arial"/>
                <a:cs typeface="Arial"/>
                <a:sym typeface="Arial"/>
              </a:defRPr>
            </a:lvl8pPr>
            <a:lvl9pPr marR="0" lvl="8" algn="l" rtl="0">
              <a:lnSpc>
                <a:spcPct val="104000"/>
              </a:lnSpc>
              <a:spcBef>
                <a:spcPts val="0"/>
              </a:spcBef>
              <a:spcAft>
                <a:spcPts val="0"/>
              </a:spcAft>
              <a:buClr>
                <a:srgbClr val="FEFEFE"/>
              </a:buClr>
              <a:buSzPts val="10000"/>
              <a:buFont typeface="Arial"/>
              <a:buNone/>
              <a:defRPr sz="10000" b="0" i="0" u="none" strike="noStrike" cap="none">
                <a:solidFill>
                  <a:srgbClr val="FEFEFE"/>
                </a:solidFill>
                <a:latin typeface="Arial"/>
                <a:ea typeface="Arial"/>
                <a:cs typeface="Arial"/>
                <a:sym typeface="Arial"/>
              </a:defRPr>
            </a:lvl9pPr>
          </a:lstStyle>
          <a:p>
            <a:endParaRPr/>
          </a:p>
        </p:txBody>
      </p:sp>
      <p:sp>
        <p:nvSpPr>
          <p:cNvPr id="785" name="Shape 785"/>
          <p:cNvSpPr txBox="1"/>
          <p:nvPr/>
        </p:nvSpPr>
        <p:spPr>
          <a:xfrm>
            <a:off x="21363666" y="744071"/>
            <a:ext cx="2343808" cy="215444"/>
          </a:xfrm>
          <a:prstGeom prst="rect">
            <a:avLst/>
          </a:prstGeom>
          <a:noFill/>
          <a:ln>
            <a:noFill/>
          </a:ln>
        </p:spPr>
        <p:txBody>
          <a:bodyPr spcFirstLastPara="1" wrap="square" lIns="0" tIns="0" rIns="0" bIns="0" anchor="t" anchorCtr="0">
            <a:noAutofit/>
          </a:bodyPr>
          <a:lstStyle/>
          <a:p>
            <a:pPr marL="0" marR="0" lvl="0" indent="0" algn="r" rtl="0">
              <a:spcBef>
                <a:spcPts val="0"/>
              </a:spcBef>
              <a:spcAft>
                <a:spcPts val="0"/>
              </a:spcAft>
              <a:buNone/>
            </a:pPr>
            <a:r>
              <a:rPr lang="en-AU" sz="1400">
                <a:solidFill>
                  <a:srgbClr val="FEFEFE"/>
                </a:solidFill>
                <a:latin typeface="Helvetica Neue"/>
                <a:ea typeface="Helvetica Neue"/>
                <a:cs typeface="Helvetica Neue"/>
                <a:sym typeface="Helvetica Neue"/>
              </a:rPr>
              <a:t>‹#›</a:t>
            </a:r>
            <a:endParaRPr/>
          </a:p>
        </p:txBody>
      </p:sp>
      <p:sp>
        <p:nvSpPr>
          <p:cNvPr id="786" name="Shape 786"/>
          <p:cNvSpPr txBox="1">
            <a:spLocks noGrp="1"/>
          </p:cNvSpPr>
          <p:nvPr>
            <p:ph type="sldNum" idx="12"/>
          </p:nvPr>
        </p:nvSpPr>
        <p:spPr>
          <a:xfrm>
            <a:off x="17474063" y="12481869"/>
            <a:ext cx="5689230" cy="461665"/>
          </a:xfrm>
          <a:prstGeom prst="rect">
            <a:avLst/>
          </a:prstGeom>
          <a:noFill/>
          <a:ln>
            <a:noFill/>
          </a:ln>
        </p:spPr>
        <p:txBody>
          <a:bodyPr spcFirstLastPara="1" wrap="square" lIns="45700" tIns="45700" rIns="45700" bIns="45700" anchor="ctr" anchorCtr="0">
            <a:noAutofit/>
          </a:bodyPr>
          <a:lstStyle>
            <a:lvl1pPr marL="0" marR="0" lvl="0" indent="0" algn="r" rtl="0">
              <a:spcBef>
                <a:spcPts val="0"/>
              </a:spcBef>
              <a:buNone/>
              <a:defRPr sz="2400">
                <a:solidFill>
                  <a:srgbClr val="888888"/>
                </a:solidFill>
                <a:latin typeface="Helvetica Neue"/>
                <a:ea typeface="Helvetica Neue"/>
                <a:cs typeface="Helvetica Neue"/>
                <a:sym typeface="Helvetica Neue"/>
              </a:defRPr>
            </a:lvl1pPr>
            <a:lvl2pPr marL="0" marR="0" lvl="1" indent="0" algn="r" rtl="0">
              <a:spcBef>
                <a:spcPts val="0"/>
              </a:spcBef>
              <a:buNone/>
              <a:defRPr sz="2400">
                <a:solidFill>
                  <a:srgbClr val="888888"/>
                </a:solidFill>
                <a:latin typeface="Helvetica Neue"/>
                <a:ea typeface="Helvetica Neue"/>
                <a:cs typeface="Helvetica Neue"/>
                <a:sym typeface="Helvetica Neue"/>
              </a:defRPr>
            </a:lvl2pPr>
            <a:lvl3pPr marL="0" marR="0" lvl="2" indent="0" algn="r" rtl="0">
              <a:spcBef>
                <a:spcPts val="0"/>
              </a:spcBef>
              <a:buNone/>
              <a:defRPr sz="2400">
                <a:solidFill>
                  <a:srgbClr val="888888"/>
                </a:solidFill>
                <a:latin typeface="Helvetica Neue"/>
                <a:ea typeface="Helvetica Neue"/>
                <a:cs typeface="Helvetica Neue"/>
                <a:sym typeface="Helvetica Neue"/>
              </a:defRPr>
            </a:lvl3pPr>
            <a:lvl4pPr marL="0" marR="0" lvl="3" indent="0" algn="r" rtl="0">
              <a:spcBef>
                <a:spcPts val="0"/>
              </a:spcBef>
              <a:buNone/>
              <a:defRPr sz="2400">
                <a:solidFill>
                  <a:srgbClr val="888888"/>
                </a:solidFill>
                <a:latin typeface="Helvetica Neue"/>
                <a:ea typeface="Helvetica Neue"/>
                <a:cs typeface="Helvetica Neue"/>
                <a:sym typeface="Helvetica Neue"/>
              </a:defRPr>
            </a:lvl4pPr>
            <a:lvl5pPr marL="0" marR="0" lvl="4" indent="0" algn="r" rtl="0">
              <a:spcBef>
                <a:spcPts val="0"/>
              </a:spcBef>
              <a:buNone/>
              <a:defRPr sz="2400">
                <a:solidFill>
                  <a:srgbClr val="888888"/>
                </a:solidFill>
                <a:latin typeface="Helvetica Neue"/>
                <a:ea typeface="Helvetica Neue"/>
                <a:cs typeface="Helvetica Neue"/>
                <a:sym typeface="Helvetica Neue"/>
              </a:defRPr>
            </a:lvl5pPr>
            <a:lvl6pPr marL="0" marR="0" lvl="5" indent="0" algn="r" rtl="0">
              <a:spcBef>
                <a:spcPts val="0"/>
              </a:spcBef>
              <a:buNone/>
              <a:defRPr sz="2400">
                <a:solidFill>
                  <a:srgbClr val="888888"/>
                </a:solidFill>
                <a:latin typeface="Helvetica Neue"/>
                <a:ea typeface="Helvetica Neue"/>
                <a:cs typeface="Helvetica Neue"/>
                <a:sym typeface="Helvetica Neue"/>
              </a:defRPr>
            </a:lvl6pPr>
            <a:lvl7pPr marL="0" marR="0" lvl="6" indent="0" algn="r" rtl="0">
              <a:spcBef>
                <a:spcPts val="0"/>
              </a:spcBef>
              <a:buNone/>
              <a:defRPr sz="2400">
                <a:solidFill>
                  <a:srgbClr val="888888"/>
                </a:solidFill>
                <a:latin typeface="Helvetica Neue"/>
                <a:ea typeface="Helvetica Neue"/>
                <a:cs typeface="Helvetica Neue"/>
                <a:sym typeface="Helvetica Neue"/>
              </a:defRPr>
            </a:lvl7pPr>
            <a:lvl8pPr marL="0" marR="0" lvl="7" indent="0" algn="r" rtl="0">
              <a:spcBef>
                <a:spcPts val="0"/>
              </a:spcBef>
              <a:buNone/>
              <a:defRPr sz="2400">
                <a:solidFill>
                  <a:srgbClr val="888888"/>
                </a:solidFill>
                <a:latin typeface="Helvetica Neue"/>
                <a:ea typeface="Helvetica Neue"/>
                <a:cs typeface="Helvetica Neue"/>
                <a:sym typeface="Helvetica Neue"/>
              </a:defRPr>
            </a:lvl8pPr>
            <a:lvl9pPr marL="0" marR="0" lvl="8" indent="0" algn="r" rtl="0">
              <a:spcBef>
                <a:spcPts val="0"/>
              </a:spcBef>
              <a:buNone/>
              <a:defRPr sz="2400">
                <a:solidFill>
                  <a:srgbClr val="888888"/>
                </a:solidFill>
                <a:latin typeface="Helvetica Neue"/>
                <a:ea typeface="Helvetica Neue"/>
                <a:cs typeface="Helvetica Neue"/>
                <a:sym typeface="Helvetica Neue"/>
              </a:defRPr>
            </a:lvl9pPr>
          </a:lstStyle>
          <a:p>
            <a:pPr marL="0" lvl="0" indent="0">
              <a:spcBef>
                <a:spcPts val="0"/>
              </a:spcBef>
              <a:spcAft>
                <a:spcPts val="0"/>
              </a:spcAft>
              <a:buNone/>
            </a:pPr>
            <a:fld id="{00000000-1234-1234-1234-123412341234}" type="slidenum">
              <a:rPr lang="en-AU"/>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matchingName="Title and text 2 column">
  <p:cSld name="Title and text 2 column">
    <p:bg>
      <p:bgPr>
        <a:solidFill>
          <a:srgbClr val="FEFEFE"/>
        </a:solidFill>
        <a:effectLst/>
      </p:bgPr>
    </p:bg>
    <p:spTree>
      <p:nvGrpSpPr>
        <p:cNvPr id="1" name="Shape 804"/>
        <p:cNvGrpSpPr/>
        <p:nvPr/>
      </p:nvGrpSpPr>
      <p:grpSpPr>
        <a:xfrm>
          <a:off x="0" y="0"/>
          <a:ext cx="0" cy="0"/>
          <a:chOff x="0" y="0"/>
          <a:chExt cx="0" cy="0"/>
        </a:xfrm>
      </p:grpSpPr>
      <p:grpSp>
        <p:nvGrpSpPr>
          <p:cNvPr id="805" name="Shape 805"/>
          <p:cNvGrpSpPr/>
          <p:nvPr/>
        </p:nvGrpSpPr>
        <p:grpSpPr>
          <a:xfrm>
            <a:off x="863994" y="12153898"/>
            <a:ext cx="22911720" cy="1031877"/>
            <a:chOff x="0" y="-1"/>
            <a:chExt cx="22901274" cy="1031876"/>
          </a:xfrm>
        </p:grpSpPr>
        <p:sp>
          <p:nvSpPr>
            <p:cNvPr id="806" name="Shape 806"/>
            <p:cNvSpPr/>
            <p:nvPr/>
          </p:nvSpPr>
          <p:spPr>
            <a:xfrm>
              <a:off x="0" y="558800"/>
              <a:ext cx="117476" cy="11747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807" name="Shape 807"/>
            <p:cNvSpPr/>
            <p:nvPr/>
          </p:nvSpPr>
          <p:spPr>
            <a:xfrm>
              <a:off x="127000" y="444500"/>
              <a:ext cx="117476" cy="11747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808" name="Shape 808"/>
            <p:cNvSpPr/>
            <p:nvPr/>
          </p:nvSpPr>
          <p:spPr>
            <a:xfrm>
              <a:off x="355600" y="444500"/>
              <a:ext cx="117476" cy="11747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000000"/>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809" name="Shape 809"/>
            <p:cNvSpPr/>
            <p:nvPr/>
          </p:nvSpPr>
          <p:spPr>
            <a:xfrm>
              <a:off x="355600" y="88899"/>
              <a:ext cx="117476" cy="117476"/>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000000"/>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810" name="Shape 810"/>
            <p:cNvSpPr/>
            <p:nvPr/>
          </p:nvSpPr>
          <p:spPr>
            <a:xfrm>
              <a:off x="355600" y="-1"/>
              <a:ext cx="117476" cy="90489"/>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811" name="Shape 811"/>
            <p:cNvSpPr/>
            <p:nvPr/>
          </p:nvSpPr>
          <p:spPr>
            <a:xfrm>
              <a:off x="482600" y="317500"/>
              <a:ext cx="117476" cy="11747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812" name="Shape 812"/>
            <p:cNvSpPr/>
            <p:nvPr/>
          </p:nvSpPr>
          <p:spPr>
            <a:xfrm>
              <a:off x="482600" y="203200"/>
              <a:ext cx="117476" cy="11747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813" name="Shape 813"/>
            <p:cNvSpPr/>
            <p:nvPr/>
          </p:nvSpPr>
          <p:spPr>
            <a:xfrm>
              <a:off x="482600" y="88899"/>
              <a:ext cx="117476" cy="117476"/>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814" name="Shape 814"/>
            <p:cNvSpPr/>
            <p:nvPr/>
          </p:nvSpPr>
          <p:spPr>
            <a:xfrm>
              <a:off x="596900" y="317500"/>
              <a:ext cx="117476" cy="11747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000000"/>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815" name="Shape 815"/>
            <p:cNvSpPr/>
            <p:nvPr/>
          </p:nvSpPr>
          <p:spPr>
            <a:xfrm>
              <a:off x="1422400" y="317500"/>
              <a:ext cx="117476" cy="11747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816" name="Shape 816"/>
            <p:cNvSpPr/>
            <p:nvPr/>
          </p:nvSpPr>
          <p:spPr>
            <a:xfrm>
              <a:off x="1892300" y="800100"/>
              <a:ext cx="117476" cy="95251"/>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817" name="Shape 817"/>
            <p:cNvSpPr/>
            <p:nvPr/>
          </p:nvSpPr>
          <p:spPr>
            <a:xfrm>
              <a:off x="3314700" y="558800"/>
              <a:ext cx="117476" cy="11747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818" name="Shape 818"/>
            <p:cNvSpPr/>
            <p:nvPr/>
          </p:nvSpPr>
          <p:spPr>
            <a:xfrm>
              <a:off x="3441700" y="914400"/>
              <a:ext cx="117476" cy="11747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819" name="Shape 819"/>
            <p:cNvSpPr/>
            <p:nvPr/>
          </p:nvSpPr>
          <p:spPr>
            <a:xfrm>
              <a:off x="3441700" y="673100"/>
              <a:ext cx="117476" cy="11747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820" name="Shape 820"/>
            <p:cNvSpPr/>
            <p:nvPr/>
          </p:nvSpPr>
          <p:spPr>
            <a:xfrm>
              <a:off x="3441700" y="558800"/>
              <a:ext cx="117476" cy="11747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821" name="Shape 821"/>
            <p:cNvSpPr/>
            <p:nvPr/>
          </p:nvSpPr>
          <p:spPr>
            <a:xfrm>
              <a:off x="3441700" y="88899"/>
              <a:ext cx="117476" cy="117476"/>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000000"/>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822" name="Shape 822"/>
            <p:cNvSpPr/>
            <p:nvPr/>
          </p:nvSpPr>
          <p:spPr>
            <a:xfrm>
              <a:off x="3556000" y="800100"/>
              <a:ext cx="117476" cy="95251"/>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823" name="Shape 823"/>
            <p:cNvSpPr/>
            <p:nvPr/>
          </p:nvSpPr>
          <p:spPr>
            <a:xfrm>
              <a:off x="3556000" y="673100"/>
              <a:ext cx="117476" cy="11747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000000"/>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824" name="Shape 824"/>
            <p:cNvSpPr/>
            <p:nvPr/>
          </p:nvSpPr>
          <p:spPr>
            <a:xfrm>
              <a:off x="3556000" y="558800"/>
              <a:ext cx="117476" cy="11747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825" name="Shape 825"/>
            <p:cNvSpPr/>
            <p:nvPr/>
          </p:nvSpPr>
          <p:spPr>
            <a:xfrm>
              <a:off x="4381500" y="317500"/>
              <a:ext cx="117476" cy="11747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826" name="Shape 826"/>
            <p:cNvSpPr/>
            <p:nvPr/>
          </p:nvSpPr>
          <p:spPr>
            <a:xfrm>
              <a:off x="5092700" y="-1"/>
              <a:ext cx="117476" cy="90489"/>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827" name="Shape 827"/>
            <p:cNvSpPr/>
            <p:nvPr/>
          </p:nvSpPr>
          <p:spPr>
            <a:xfrm>
              <a:off x="5219700" y="88899"/>
              <a:ext cx="117476" cy="117476"/>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828" name="Shape 828"/>
            <p:cNvSpPr/>
            <p:nvPr/>
          </p:nvSpPr>
          <p:spPr>
            <a:xfrm>
              <a:off x="5575300" y="-1"/>
              <a:ext cx="117476" cy="90489"/>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000000"/>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829" name="Shape 829"/>
            <p:cNvSpPr/>
            <p:nvPr/>
          </p:nvSpPr>
          <p:spPr>
            <a:xfrm>
              <a:off x="6159500" y="88899"/>
              <a:ext cx="117476" cy="117476"/>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830" name="Shape 830"/>
            <p:cNvSpPr/>
            <p:nvPr/>
          </p:nvSpPr>
          <p:spPr>
            <a:xfrm>
              <a:off x="6273800" y="317500"/>
              <a:ext cx="117476" cy="11747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831" name="Shape 831"/>
            <p:cNvSpPr/>
            <p:nvPr/>
          </p:nvSpPr>
          <p:spPr>
            <a:xfrm>
              <a:off x="6400800" y="317500"/>
              <a:ext cx="117476" cy="11747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000000"/>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832" name="Shape 832"/>
            <p:cNvSpPr/>
            <p:nvPr/>
          </p:nvSpPr>
          <p:spPr>
            <a:xfrm>
              <a:off x="6515100" y="800100"/>
              <a:ext cx="117475" cy="95251"/>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833" name="Shape 833"/>
            <p:cNvSpPr/>
            <p:nvPr/>
          </p:nvSpPr>
          <p:spPr>
            <a:xfrm>
              <a:off x="6756400" y="444500"/>
              <a:ext cx="117475" cy="11747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000000"/>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834" name="Shape 834"/>
            <p:cNvSpPr/>
            <p:nvPr/>
          </p:nvSpPr>
          <p:spPr>
            <a:xfrm>
              <a:off x="6985000" y="800100"/>
              <a:ext cx="117475" cy="95251"/>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835" name="Shape 835"/>
            <p:cNvSpPr/>
            <p:nvPr/>
          </p:nvSpPr>
          <p:spPr>
            <a:xfrm>
              <a:off x="7112000" y="558800"/>
              <a:ext cx="117475" cy="11747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000000"/>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836" name="Shape 836"/>
            <p:cNvSpPr/>
            <p:nvPr/>
          </p:nvSpPr>
          <p:spPr>
            <a:xfrm>
              <a:off x="7340600" y="88899"/>
              <a:ext cx="117475" cy="117476"/>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837" name="Shape 837"/>
            <p:cNvSpPr/>
            <p:nvPr/>
          </p:nvSpPr>
          <p:spPr>
            <a:xfrm>
              <a:off x="8407400" y="673100"/>
              <a:ext cx="117475" cy="11747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838" name="Shape 838"/>
            <p:cNvSpPr/>
            <p:nvPr/>
          </p:nvSpPr>
          <p:spPr>
            <a:xfrm>
              <a:off x="8407400" y="-1"/>
              <a:ext cx="117475" cy="90489"/>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000000"/>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839" name="Shape 839"/>
            <p:cNvSpPr/>
            <p:nvPr/>
          </p:nvSpPr>
          <p:spPr>
            <a:xfrm>
              <a:off x="8534400" y="88899"/>
              <a:ext cx="117475" cy="117476"/>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840" name="Shape 840"/>
            <p:cNvSpPr/>
            <p:nvPr/>
          </p:nvSpPr>
          <p:spPr>
            <a:xfrm>
              <a:off x="8648700" y="-1"/>
              <a:ext cx="117475" cy="90489"/>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841" name="Shape 841"/>
            <p:cNvSpPr/>
            <p:nvPr/>
          </p:nvSpPr>
          <p:spPr>
            <a:xfrm>
              <a:off x="8763000" y="203200"/>
              <a:ext cx="117475" cy="11747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842" name="Shape 842"/>
            <p:cNvSpPr/>
            <p:nvPr/>
          </p:nvSpPr>
          <p:spPr>
            <a:xfrm>
              <a:off x="8763000" y="88899"/>
              <a:ext cx="117475" cy="117476"/>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000000"/>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843" name="Shape 843"/>
            <p:cNvSpPr/>
            <p:nvPr/>
          </p:nvSpPr>
          <p:spPr>
            <a:xfrm>
              <a:off x="8890000" y="558800"/>
              <a:ext cx="117475" cy="11747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000000"/>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844" name="Shape 844"/>
            <p:cNvSpPr/>
            <p:nvPr/>
          </p:nvSpPr>
          <p:spPr>
            <a:xfrm>
              <a:off x="8890000" y="203200"/>
              <a:ext cx="117475" cy="11747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845" name="Shape 845"/>
            <p:cNvSpPr/>
            <p:nvPr/>
          </p:nvSpPr>
          <p:spPr>
            <a:xfrm>
              <a:off x="8890000" y="88899"/>
              <a:ext cx="117475" cy="117476"/>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846" name="Shape 846"/>
            <p:cNvSpPr/>
            <p:nvPr/>
          </p:nvSpPr>
          <p:spPr>
            <a:xfrm>
              <a:off x="9004300" y="-1"/>
              <a:ext cx="117475" cy="90489"/>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000000"/>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847" name="Shape 847"/>
            <p:cNvSpPr/>
            <p:nvPr/>
          </p:nvSpPr>
          <p:spPr>
            <a:xfrm>
              <a:off x="9118600" y="444500"/>
              <a:ext cx="117475" cy="11747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848" name="Shape 848"/>
            <p:cNvSpPr/>
            <p:nvPr/>
          </p:nvSpPr>
          <p:spPr>
            <a:xfrm>
              <a:off x="9118600" y="203200"/>
              <a:ext cx="117475" cy="11747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849" name="Shape 849"/>
            <p:cNvSpPr/>
            <p:nvPr/>
          </p:nvSpPr>
          <p:spPr>
            <a:xfrm>
              <a:off x="9245600" y="914400"/>
              <a:ext cx="117475" cy="11747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000000"/>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850" name="Shape 850"/>
            <p:cNvSpPr/>
            <p:nvPr/>
          </p:nvSpPr>
          <p:spPr>
            <a:xfrm>
              <a:off x="9359900" y="558800"/>
              <a:ext cx="117475" cy="11747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851" name="Shape 851"/>
            <p:cNvSpPr/>
            <p:nvPr/>
          </p:nvSpPr>
          <p:spPr>
            <a:xfrm>
              <a:off x="9474200" y="673100"/>
              <a:ext cx="117475" cy="11747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852" name="Shape 852"/>
            <p:cNvSpPr/>
            <p:nvPr/>
          </p:nvSpPr>
          <p:spPr>
            <a:xfrm>
              <a:off x="9474200" y="558800"/>
              <a:ext cx="117475" cy="11747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000000"/>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853" name="Shape 853"/>
            <p:cNvSpPr/>
            <p:nvPr/>
          </p:nvSpPr>
          <p:spPr>
            <a:xfrm>
              <a:off x="9715500" y="914400"/>
              <a:ext cx="117475" cy="11747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000000"/>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854" name="Shape 854"/>
            <p:cNvSpPr/>
            <p:nvPr/>
          </p:nvSpPr>
          <p:spPr>
            <a:xfrm>
              <a:off x="9715500" y="800100"/>
              <a:ext cx="117475" cy="95251"/>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855" name="Shape 855"/>
            <p:cNvSpPr/>
            <p:nvPr/>
          </p:nvSpPr>
          <p:spPr>
            <a:xfrm>
              <a:off x="9829800" y="800100"/>
              <a:ext cx="117475" cy="95251"/>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856" name="Shape 856"/>
            <p:cNvSpPr/>
            <p:nvPr/>
          </p:nvSpPr>
          <p:spPr>
            <a:xfrm>
              <a:off x="9829800" y="558800"/>
              <a:ext cx="117475" cy="11747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000000"/>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857" name="Shape 857"/>
            <p:cNvSpPr/>
            <p:nvPr/>
          </p:nvSpPr>
          <p:spPr>
            <a:xfrm>
              <a:off x="9956800" y="914400"/>
              <a:ext cx="117475" cy="11747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000000"/>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858" name="Shape 858"/>
            <p:cNvSpPr/>
            <p:nvPr/>
          </p:nvSpPr>
          <p:spPr>
            <a:xfrm>
              <a:off x="9956800" y="800100"/>
              <a:ext cx="117475" cy="95251"/>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000000"/>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859" name="Shape 859"/>
            <p:cNvSpPr/>
            <p:nvPr/>
          </p:nvSpPr>
          <p:spPr>
            <a:xfrm>
              <a:off x="9956800" y="673100"/>
              <a:ext cx="117475" cy="11747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000000"/>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860" name="Shape 860"/>
            <p:cNvSpPr/>
            <p:nvPr/>
          </p:nvSpPr>
          <p:spPr>
            <a:xfrm>
              <a:off x="9956800" y="558800"/>
              <a:ext cx="117475" cy="11747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861" name="Shape 861"/>
            <p:cNvSpPr/>
            <p:nvPr/>
          </p:nvSpPr>
          <p:spPr>
            <a:xfrm>
              <a:off x="10071100" y="914400"/>
              <a:ext cx="117475" cy="11747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862" name="Shape 862"/>
            <p:cNvSpPr/>
            <p:nvPr/>
          </p:nvSpPr>
          <p:spPr>
            <a:xfrm>
              <a:off x="10071100" y="673100"/>
              <a:ext cx="117475" cy="11747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863" name="Shape 863"/>
            <p:cNvSpPr/>
            <p:nvPr/>
          </p:nvSpPr>
          <p:spPr>
            <a:xfrm>
              <a:off x="10071100" y="444500"/>
              <a:ext cx="117475" cy="11747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864" name="Shape 864"/>
            <p:cNvSpPr/>
            <p:nvPr/>
          </p:nvSpPr>
          <p:spPr>
            <a:xfrm>
              <a:off x="10185400" y="317500"/>
              <a:ext cx="117475" cy="11747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865" name="Shape 865"/>
            <p:cNvSpPr/>
            <p:nvPr/>
          </p:nvSpPr>
          <p:spPr>
            <a:xfrm>
              <a:off x="10312400" y="444500"/>
              <a:ext cx="117475" cy="11747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000000"/>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866" name="Shape 866"/>
            <p:cNvSpPr/>
            <p:nvPr/>
          </p:nvSpPr>
          <p:spPr>
            <a:xfrm>
              <a:off x="10896600" y="88899"/>
              <a:ext cx="117475" cy="117476"/>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867" name="Shape 867"/>
            <p:cNvSpPr/>
            <p:nvPr/>
          </p:nvSpPr>
          <p:spPr>
            <a:xfrm>
              <a:off x="10896600" y="-1"/>
              <a:ext cx="117475" cy="90489"/>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868" name="Shape 868"/>
            <p:cNvSpPr/>
            <p:nvPr/>
          </p:nvSpPr>
          <p:spPr>
            <a:xfrm>
              <a:off x="11137900" y="914400"/>
              <a:ext cx="117475" cy="11747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869" name="Shape 869"/>
            <p:cNvSpPr/>
            <p:nvPr/>
          </p:nvSpPr>
          <p:spPr>
            <a:xfrm>
              <a:off x="11137900" y="88899"/>
              <a:ext cx="117475" cy="117476"/>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000000"/>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870" name="Shape 870"/>
            <p:cNvSpPr/>
            <p:nvPr/>
          </p:nvSpPr>
          <p:spPr>
            <a:xfrm>
              <a:off x="11252200" y="-1"/>
              <a:ext cx="117475" cy="90489"/>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871" name="Shape 871"/>
            <p:cNvSpPr/>
            <p:nvPr/>
          </p:nvSpPr>
          <p:spPr>
            <a:xfrm>
              <a:off x="11366500" y="673100"/>
              <a:ext cx="117475" cy="11747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872" name="Shape 872"/>
            <p:cNvSpPr/>
            <p:nvPr/>
          </p:nvSpPr>
          <p:spPr>
            <a:xfrm>
              <a:off x="11366500" y="203200"/>
              <a:ext cx="117475" cy="11747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000000"/>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873" name="Shape 873"/>
            <p:cNvSpPr/>
            <p:nvPr/>
          </p:nvSpPr>
          <p:spPr>
            <a:xfrm>
              <a:off x="11493500" y="673100"/>
              <a:ext cx="117475" cy="11747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000000"/>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874" name="Shape 874"/>
            <p:cNvSpPr/>
            <p:nvPr/>
          </p:nvSpPr>
          <p:spPr>
            <a:xfrm>
              <a:off x="11493500" y="558800"/>
              <a:ext cx="117475" cy="11747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875" name="Shape 875"/>
            <p:cNvSpPr/>
            <p:nvPr/>
          </p:nvSpPr>
          <p:spPr>
            <a:xfrm>
              <a:off x="11493500" y="88899"/>
              <a:ext cx="117475" cy="117476"/>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876" name="Shape 876"/>
            <p:cNvSpPr/>
            <p:nvPr/>
          </p:nvSpPr>
          <p:spPr>
            <a:xfrm>
              <a:off x="11607800" y="317500"/>
              <a:ext cx="117475" cy="11747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877" name="Shape 877"/>
            <p:cNvSpPr/>
            <p:nvPr/>
          </p:nvSpPr>
          <p:spPr>
            <a:xfrm>
              <a:off x="11607800" y="-1"/>
              <a:ext cx="117475" cy="90489"/>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000000"/>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878" name="Shape 878"/>
            <p:cNvSpPr/>
            <p:nvPr/>
          </p:nvSpPr>
          <p:spPr>
            <a:xfrm>
              <a:off x="11722100" y="558800"/>
              <a:ext cx="117475" cy="11747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000000"/>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879" name="Shape 879"/>
            <p:cNvSpPr/>
            <p:nvPr/>
          </p:nvSpPr>
          <p:spPr>
            <a:xfrm>
              <a:off x="22783798" y="558800"/>
              <a:ext cx="117476" cy="117475"/>
            </a:xfrm>
            <a:custGeom>
              <a:avLst/>
              <a:gdLst/>
              <a:ahLst/>
              <a:cxnLst/>
              <a:rect l="0" t="0" r="0" b="0"/>
              <a:pathLst>
                <a:path w="21600" h="21600" extrusionOk="0">
                  <a:moveTo>
                    <a:pt x="21600" y="21600"/>
                  </a:moveTo>
                  <a:lnTo>
                    <a:pt x="0" y="21600"/>
                  </a:lnTo>
                  <a:lnTo>
                    <a:pt x="0" y="0"/>
                  </a:lnTo>
                  <a:lnTo>
                    <a:pt x="21600" y="0"/>
                  </a:lnTo>
                  <a:cubicBezTo>
                    <a:pt x="21600" y="0"/>
                    <a:pt x="21600" y="21600"/>
                    <a:pt x="2160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880" name="Shape 880"/>
            <p:cNvSpPr/>
            <p:nvPr/>
          </p:nvSpPr>
          <p:spPr>
            <a:xfrm>
              <a:off x="22669498" y="914400"/>
              <a:ext cx="117476" cy="117475"/>
            </a:xfrm>
            <a:custGeom>
              <a:avLst/>
              <a:gdLst/>
              <a:ahLst/>
              <a:cxnLst/>
              <a:rect l="0" t="0" r="0" b="0"/>
              <a:pathLst>
                <a:path w="21600" h="21600" extrusionOk="0">
                  <a:moveTo>
                    <a:pt x="21600" y="21600"/>
                  </a:moveTo>
                  <a:lnTo>
                    <a:pt x="0" y="21600"/>
                  </a:lnTo>
                  <a:lnTo>
                    <a:pt x="0" y="0"/>
                  </a:lnTo>
                  <a:lnTo>
                    <a:pt x="21600" y="0"/>
                  </a:lnTo>
                  <a:cubicBezTo>
                    <a:pt x="21600" y="0"/>
                    <a:pt x="21600" y="21600"/>
                    <a:pt x="21600" y="2160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881" name="Shape 881"/>
            <p:cNvSpPr/>
            <p:nvPr/>
          </p:nvSpPr>
          <p:spPr>
            <a:xfrm>
              <a:off x="22669498" y="673100"/>
              <a:ext cx="117476" cy="117475"/>
            </a:xfrm>
            <a:custGeom>
              <a:avLst/>
              <a:gdLst/>
              <a:ahLst/>
              <a:cxnLst/>
              <a:rect l="0" t="0" r="0" b="0"/>
              <a:pathLst>
                <a:path w="21600" h="21600" extrusionOk="0">
                  <a:moveTo>
                    <a:pt x="21600" y="21600"/>
                  </a:moveTo>
                  <a:lnTo>
                    <a:pt x="0" y="21600"/>
                  </a:lnTo>
                  <a:lnTo>
                    <a:pt x="0" y="0"/>
                  </a:lnTo>
                  <a:lnTo>
                    <a:pt x="21600" y="0"/>
                  </a:lnTo>
                  <a:cubicBezTo>
                    <a:pt x="21600" y="0"/>
                    <a:pt x="21600" y="21600"/>
                    <a:pt x="2160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882" name="Shape 882"/>
            <p:cNvSpPr/>
            <p:nvPr/>
          </p:nvSpPr>
          <p:spPr>
            <a:xfrm>
              <a:off x="22669498" y="558800"/>
              <a:ext cx="117476" cy="117475"/>
            </a:xfrm>
            <a:custGeom>
              <a:avLst/>
              <a:gdLst/>
              <a:ahLst/>
              <a:cxnLst/>
              <a:rect l="0" t="0" r="0" b="0"/>
              <a:pathLst>
                <a:path w="21600" h="21600" extrusionOk="0">
                  <a:moveTo>
                    <a:pt x="21600" y="21600"/>
                  </a:moveTo>
                  <a:lnTo>
                    <a:pt x="0" y="21600"/>
                  </a:lnTo>
                  <a:lnTo>
                    <a:pt x="0" y="0"/>
                  </a:lnTo>
                  <a:lnTo>
                    <a:pt x="21600" y="0"/>
                  </a:lnTo>
                  <a:cubicBezTo>
                    <a:pt x="21600" y="0"/>
                    <a:pt x="21600" y="21600"/>
                    <a:pt x="21600" y="2160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883" name="Shape 883"/>
            <p:cNvSpPr/>
            <p:nvPr/>
          </p:nvSpPr>
          <p:spPr>
            <a:xfrm>
              <a:off x="22669498" y="88899"/>
              <a:ext cx="117476" cy="117476"/>
            </a:xfrm>
            <a:custGeom>
              <a:avLst/>
              <a:gdLst/>
              <a:ahLst/>
              <a:cxnLst/>
              <a:rect l="0" t="0" r="0" b="0"/>
              <a:pathLst>
                <a:path w="21600" h="21600" extrusionOk="0">
                  <a:moveTo>
                    <a:pt x="21600" y="21600"/>
                  </a:moveTo>
                  <a:lnTo>
                    <a:pt x="0" y="21600"/>
                  </a:lnTo>
                  <a:lnTo>
                    <a:pt x="0" y="0"/>
                  </a:lnTo>
                  <a:lnTo>
                    <a:pt x="21600" y="0"/>
                  </a:lnTo>
                  <a:cubicBezTo>
                    <a:pt x="21600" y="0"/>
                    <a:pt x="21600" y="21600"/>
                    <a:pt x="21600" y="21600"/>
                  </a:cubicBezTo>
                  <a:close/>
                </a:path>
              </a:pathLst>
            </a:custGeom>
            <a:solidFill>
              <a:srgbClr val="000000"/>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884" name="Shape 884"/>
            <p:cNvSpPr/>
            <p:nvPr/>
          </p:nvSpPr>
          <p:spPr>
            <a:xfrm>
              <a:off x="22555198" y="800100"/>
              <a:ext cx="117476" cy="95251"/>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885" name="Shape 885"/>
            <p:cNvSpPr/>
            <p:nvPr/>
          </p:nvSpPr>
          <p:spPr>
            <a:xfrm>
              <a:off x="22555198" y="673100"/>
              <a:ext cx="117476" cy="117475"/>
            </a:xfrm>
            <a:custGeom>
              <a:avLst/>
              <a:gdLst/>
              <a:ahLst/>
              <a:cxnLst/>
              <a:rect l="0" t="0" r="0" b="0"/>
              <a:pathLst>
                <a:path w="21600" h="21600" extrusionOk="0">
                  <a:moveTo>
                    <a:pt x="21600" y="21600"/>
                  </a:moveTo>
                  <a:lnTo>
                    <a:pt x="0" y="21600"/>
                  </a:lnTo>
                  <a:lnTo>
                    <a:pt x="0" y="0"/>
                  </a:lnTo>
                  <a:lnTo>
                    <a:pt x="21600" y="0"/>
                  </a:lnTo>
                  <a:cubicBezTo>
                    <a:pt x="21600" y="0"/>
                    <a:pt x="21600" y="21600"/>
                    <a:pt x="21600" y="21600"/>
                  </a:cubicBezTo>
                  <a:close/>
                </a:path>
              </a:pathLst>
            </a:custGeom>
            <a:solidFill>
              <a:srgbClr val="000000"/>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886" name="Shape 886"/>
            <p:cNvSpPr/>
            <p:nvPr/>
          </p:nvSpPr>
          <p:spPr>
            <a:xfrm>
              <a:off x="22555198" y="558800"/>
              <a:ext cx="117476" cy="117475"/>
            </a:xfrm>
            <a:custGeom>
              <a:avLst/>
              <a:gdLst/>
              <a:ahLst/>
              <a:cxnLst/>
              <a:rect l="0" t="0" r="0" b="0"/>
              <a:pathLst>
                <a:path w="21600" h="21600" extrusionOk="0">
                  <a:moveTo>
                    <a:pt x="21600" y="21600"/>
                  </a:moveTo>
                  <a:lnTo>
                    <a:pt x="0" y="21600"/>
                  </a:lnTo>
                  <a:lnTo>
                    <a:pt x="0" y="0"/>
                  </a:lnTo>
                  <a:lnTo>
                    <a:pt x="21600" y="0"/>
                  </a:lnTo>
                  <a:cubicBezTo>
                    <a:pt x="21600" y="0"/>
                    <a:pt x="21600" y="21600"/>
                    <a:pt x="21600" y="2160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887" name="Shape 887"/>
            <p:cNvSpPr/>
            <p:nvPr/>
          </p:nvSpPr>
          <p:spPr>
            <a:xfrm>
              <a:off x="21716998" y="317500"/>
              <a:ext cx="117476" cy="117475"/>
            </a:xfrm>
            <a:custGeom>
              <a:avLst/>
              <a:gdLst/>
              <a:ahLst/>
              <a:cxnLst/>
              <a:rect l="0" t="0" r="0" b="0"/>
              <a:pathLst>
                <a:path w="21600" h="21600" extrusionOk="0">
                  <a:moveTo>
                    <a:pt x="21600" y="21600"/>
                  </a:moveTo>
                  <a:lnTo>
                    <a:pt x="0" y="21600"/>
                  </a:lnTo>
                  <a:lnTo>
                    <a:pt x="0" y="0"/>
                  </a:lnTo>
                  <a:lnTo>
                    <a:pt x="21600" y="0"/>
                  </a:lnTo>
                  <a:cubicBezTo>
                    <a:pt x="21600" y="0"/>
                    <a:pt x="21600" y="21600"/>
                    <a:pt x="21600" y="2160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888" name="Shape 888"/>
            <p:cNvSpPr/>
            <p:nvPr/>
          </p:nvSpPr>
          <p:spPr>
            <a:xfrm>
              <a:off x="21005800" y="-1"/>
              <a:ext cx="117475" cy="90489"/>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889" name="Shape 889"/>
            <p:cNvSpPr/>
            <p:nvPr/>
          </p:nvSpPr>
          <p:spPr>
            <a:xfrm>
              <a:off x="20891500" y="88899"/>
              <a:ext cx="117475" cy="117476"/>
            </a:xfrm>
            <a:custGeom>
              <a:avLst/>
              <a:gdLst/>
              <a:ahLst/>
              <a:cxnLst/>
              <a:rect l="0" t="0" r="0" b="0"/>
              <a:pathLst>
                <a:path w="21600" h="21600" extrusionOk="0">
                  <a:moveTo>
                    <a:pt x="21600" y="21600"/>
                  </a:moveTo>
                  <a:lnTo>
                    <a:pt x="0" y="21600"/>
                  </a:lnTo>
                  <a:lnTo>
                    <a:pt x="0" y="0"/>
                  </a:lnTo>
                  <a:lnTo>
                    <a:pt x="21600" y="0"/>
                  </a:lnTo>
                  <a:cubicBezTo>
                    <a:pt x="21600" y="0"/>
                    <a:pt x="21600" y="21600"/>
                    <a:pt x="21600" y="2160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890" name="Shape 890"/>
            <p:cNvSpPr/>
            <p:nvPr/>
          </p:nvSpPr>
          <p:spPr>
            <a:xfrm>
              <a:off x="20535900" y="-1"/>
              <a:ext cx="117475" cy="90489"/>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000000"/>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891" name="Shape 891"/>
            <p:cNvSpPr/>
            <p:nvPr/>
          </p:nvSpPr>
          <p:spPr>
            <a:xfrm>
              <a:off x="13398500" y="558800"/>
              <a:ext cx="117475" cy="11747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892" name="Shape 892"/>
            <p:cNvSpPr/>
            <p:nvPr/>
          </p:nvSpPr>
          <p:spPr>
            <a:xfrm>
              <a:off x="13525500" y="444500"/>
              <a:ext cx="117475" cy="11747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893" name="Shape 893"/>
            <p:cNvSpPr/>
            <p:nvPr/>
          </p:nvSpPr>
          <p:spPr>
            <a:xfrm>
              <a:off x="13754100" y="444500"/>
              <a:ext cx="117475" cy="11747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000000"/>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894" name="Shape 894"/>
            <p:cNvSpPr/>
            <p:nvPr/>
          </p:nvSpPr>
          <p:spPr>
            <a:xfrm>
              <a:off x="13754100" y="88899"/>
              <a:ext cx="117475" cy="117476"/>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000000"/>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895" name="Shape 895"/>
            <p:cNvSpPr/>
            <p:nvPr/>
          </p:nvSpPr>
          <p:spPr>
            <a:xfrm>
              <a:off x="13754100" y="-1"/>
              <a:ext cx="117475" cy="90489"/>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896" name="Shape 896"/>
            <p:cNvSpPr/>
            <p:nvPr/>
          </p:nvSpPr>
          <p:spPr>
            <a:xfrm>
              <a:off x="13881100" y="317500"/>
              <a:ext cx="117475" cy="11747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897" name="Shape 897"/>
            <p:cNvSpPr/>
            <p:nvPr/>
          </p:nvSpPr>
          <p:spPr>
            <a:xfrm>
              <a:off x="13881100" y="203200"/>
              <a:ext cx="117475" cy="11747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898" name="Shape 898"/>
            <p:cNvSpPr/>
            <p:nvPr/>
          </p:nvSpPr>
          <p:spPr>
            <a:xfrm>
              <a:off x="13881100" y="88899"/>
              <a:ext cx="117475" cy="117476"/>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899" name="Shape 899"/>
            <p:cNvSpPr/>
            <p:nvPr/>
          </p:nvSpPr>
          <p:spPr>
            <a:xfrm>
              <a:off x="13995400" y="317500"/>
              <a:ext cx="117475" cy="11747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000000"/>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900" name="Shape 900"/>
            <p:cNvSpPr/>
            <p:nvPr/>
          </p:nvSpPr>
          <p:spPr>
            <a:xfrm>
              <a:off x="14820900" y="317500"/>
              <a:ext cx="117475" cy="11747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901" name="Shape 901"/>
            <p:cNvSpPr/>
            <p:nvPr/>
          </p:nvSpPr>
          <p:spPr>
            <a:xfrm>
              <a:off x="15290800" y="800100"/>
              <a:ext cx="117475" cy="95251"/>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902" name="Shape 902"/>
            <p:cNvSpPr/>
            <p:nvPr/>
          </p:nvSpPr>
          <p:spPr>
            <a:xfrm>
              <a:off x="16713200" y="558800"/>
              <a:ext cx="117475" cy="11747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903" name="Shape 903"/>
            <p:cNvSpPr/>
            <p:nvPr/>
          </p:nvSpPr>
          <p:spPr>
            <a:xfrm>
              <a:off x="16840200" y="914400"/>
              <a:ext cx="117475" cy="11747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904" name="Shape 904"/>
            <p:cNvSpPr/>
            <p:nvPr/>
          </p:nvSpPr>
          <p:spPr>
            <a:xfrm>
              <a:off x="16840200" y="673100"/>
              <a:ext cx="117475" cy="11747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905" name="Shape 905"/>
            <p:cNvSpPr/>
            <p:nvPr/>
          </p:nvSpPr>
          <p:spPr>
            <a:xfrm>
              <a:off x="16840200" y="558800"/>
              <a:ext cx="117475" cy="11747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906" name="Shape 906"/>
            <p:cNvSpPr/>
            <p:nvPr/>
          </p:nvSpPr>
          <p:spPr>
            <a:xfrm>
              <a:off x="16840200" y="88899"/>
              <a:ext cx="117475" cy="117476"/>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000000"/>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907" name="Shape 907"/>
            <p:cNvSpPr/>
            <p:nvPr/>
          </p:nvSpPr>
          <p:spPr>
            <a:xfrm>
              <a:off x="16954500" y="800100"/>
              <a:ext cx="117475" cy="95251"/>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908" name="Shape 908"/>
            <p:cNvSpPr/>
            <p:nvPr/>
          </p:nvSpPr>
          <p:spPr>
            <a:xfrm>
              <a:off x="16954500" y="673100"/>
              <a:ext cx="117475" cy="11747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000000"/>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909" name="Shape 909"/>
            <p:cNvSpPr/>
            <p:nvPr/>
          </p:nvSpPr>
          <p:spPr>
            <a:xfrm>
              <a:off x="16954500" y="558800"/>
              <a:ext cx="117475" cy="11747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910" name="Shape 910"/>
            <p:cNvSpPr/>
            <p:nvPr/>
          </p:nvSpPr>
          <p:spPr>
            <a:xfrm>
              <a:off x="17780000" y="317500"/>
              <a:ext cx="117475" cy="11747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911" name="Shape 911"/>
            <p:cNvSpPr/>
            <p:nvPr/>
          </p:nvSpPr>
          <p:spPr>
            <a:xfrm>
              <a:off x="18491200" y="-1"/>
              <a:ext cx="117475" cy="90489"/>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912" name="Shape 912"/>
            <p:cNvSpPr/>
            <p:nvPr/>
          </p:nvSpPr>
          <p:spPr>
            <a:xfrm>
              <a:off x="18605500" y="88899"/>
              <a:ext cx="117475" cy="117476"/>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913" name="Shape 913"/>
            <p:cNvSpPr/>
            <p:nvPr/>
          </p:nvSpPr>
          <p:spPr>
            <a:xfrm>
              <a:off x="18961100" y="-1"/>
              <a:ext cx="117475" cy="90489"/>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000000"/>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grpSp>
      <p:sp>
        <p:nvSpPr>
          <p:cNvPr id="914" name="Shape 914"/>
          <p:cNvSpPr/>
          <p:nvPr/>
        </p:nvSpPr>
        <p:spPr>
          <a:xfrm>
            <a:off x="686113" y="685800"/>
            <a:ext cx="22991502" cy="537882"/>
          </a:xfrm>
          <a:prstGeom prst="roundRect">
            <a:avLst>
              <a:gd name="adj" fmla="val 50000"/>
            </a:avLst>
          </a:prstGeom>
          <a:solidFill>
            <a:schemeClr val="accent1"/>
          </a:solidFill>
          <a:ln>
            <a:noFill/>
          </a:ln>
        </p:spPr>
        <p:txBody>
          <a:bodyPr spcFirstLastPara="1" wrap="square" lIns="45700" tIns="45700" rIns="45700" bIns="45700" anchor="ctr" anchorCtr="0">
            <a:noAutofit/>
          </a:bodyPr>
          <a:lstStyle/>
          <a:p>
            <a:pPr marL="0" marR="0" lvl="0" indent="0" algn="ctr"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915" name="Shape 915"/>
          <p:cNvSpPr txBox="1"/>
          <p:nvPr/>
        </p:nvSpPr>
        <p:spPr>
          <a:xfrm>
            <a:off x="21010370" y="847019"/>
            <a:ext cx="2343808" cy="215444"/>
          </a:xfrm>
          <a:prstGeom prst="rect">
            <a:avLst/>
          </a:prstGeom>
          <a:noFill/>
          <a:ln>
            <a:noFill/>
          </a:ln>
        </p:spPr>
        <p:txBody>
          <a:bodyPr spcFirstLastPara="1" wrap="square" lIns="0" tIns="0" rIns="0" bIns="0" anchor="t" anchorCtr="0">
            <a:noAutofit/>
          </a:bodyPr>
          <a:lstStyle/>
          <a:p>
            <a:pPr marL="0" marR="0" lvl="0" indent="0" algn="r" rtl="0">
              <a:spcBef>
                <a:spcPts val="0"/>
              </a:spcBef>
              <a:spcAft>
                <a:spcPts val="0"/>
              </a:spcAft>
              <a:buNone/>
            </a:pPr>
            <a:r>
              <a:rPr lang="en-AU" sz="1400">
                <a:solidFill>
                  <a:srgbClr val="FEFEFE"/>
                </a:solidFill>
                <a:latin typeface="Helvetica Neue"/>
                <a:ea typeface="Helvetica Neue"/>
                <a:cs typeface="Helvetica Neue"/>
                <a:sym typeface="Helvetica Neue"/>
              </a:rPr>
              <a:t>‹#›</a:t>
            </a:r>
            <a:endParaRPr/>
          </a:p>
        </p:txBody>
      </p:sp>
      <p:sp>
        <p:nvSpPr>
          <p:cNvPr id="916" name="Shape 916"/>
          <p:cNvSpPr txBox="1">
            <a:spLocks noGrp="1"/>
          </p:cNvSpPr>
          <p:nvPr>
            <p:ph type="title"/>
          </p:nvPr>
        </p:nvSpPr>
        <p:spPr>
          <a:xfrm>
            <a:off x="1345915" y="2411884"/>
            <a:ext cx="10452535" cy="2133222"/>
          </a:xfrm>
          <a:prstGeom prst="rect">
            <a:avLst/>
          </a:prstGeom>
          <a:noFill/>
          <a:ln>
            <a:noFill/>
          </a:ln>
        </p:spPr>
        <p:txBody>
          <a:bodyPr spcFirstLastPara="1" wrap="square" lIns="91425" tIns="91425" rIns="91425" bIns="91425" anchor="t" anchorCtr="0"/>
          <a:lstStyle>
            <a:lvl1pPr marR="0" lvl="0" algn="l" rtl="0">
              <a:lnSpc>
                <a:spcPct val="110000"/>
              </a:lnSpc>
              <a:spcBef>
                <a:spcPts val="0"/>
              </a:spcBef>
              <a:spcAft>
                <a:spcPts val="0"/>
              </a:spcAft>
              <a:buClr>
                <a:schemeClr val="accent1"/>
              </a:buClr>
              <a:buSzPts val="6000"/>
              <a:buFont typeface="Arial"/>
              <a:buNone/>
              <a:defRPr sz="6000" b="0" i="0" u="none" strike="noStrike" cap="none">
                <a:solidFill>
                  <a:schemeClr val="accent1"/>
                </a:solidFill>
                <a:latin typeface="Arial"/>
                <a:ea typeface="Arial"/>
                <a:cs typeface="Arial"/>
                <a:sym typeface="Arial"/>
              </a:defRPr>
            </a:lvl1pPr>
            <a:lvl2pPr marR="0" lvl="1" algn="l" rtl="0">
              <a:lnSpc>
                <a:spcPct val="104000"/>
              </a:lnSpc>
              <a:spcBef>
                <a:spcPts val="0"/>
              </a:spcBef>
              <a:spcAft>
                <a:spcPts val="0"/>
              </a:spcAft>
              <a:buClr>
                <a:srgbClr val="FEFEFE"/>
              </a:buClr>
              <a:buSzPts val="10000"/>
              <a:buFont typeface="Arial"/>
              <a:buNone/>
              <a:defRPr sz="10000" b="0" i="0" u="none" strike="noStrike" cap="none">
                <a:solidFill>
                  <a:srgbClr val="FEFEFE"/>
                </a:solidFill>
                <a:latin typeface="Arial"/>
                <a:ea typeface="Arial"/>
                <a:cs typeface="Arial"/>
                <a:sym typeface="Arial"/>
              </a:defRPr>
            </a:lvl2pPr>
            <a:lvl3pPr marR="0" lvl="2" algn="l" rtl="0">
              <a:lnSpc>
                <a:spcPct val="104000"/>
              </a:lnSpc>
              <a:spcBef>
                <a:spcPts val="0"/>
              </a:spcBef>
              <a:spcAft>
                <a:spcPts val="0"/>
              </a:spcAft>
              <a:buClr>
                <a:srgbClr val="FEFEFE"/>
              </a:buClr>
              <a:buSzPts val="10000"/>
              <a:buFont typeface="Arial"/>
              <a:buNone/>
              <a:defRPr sz="10000" b="0" i="0" u="none" strike="noStrike" cap="none">
                <a:solidFill>
                  <a:srgbClr val="FEFEFE"/>
                </a:solidFill>
                <a:latin typeface="Arial"/>
                <a:ea typeface="Arial"/>
                <a:cs typeface="Arial"/>
                <a:sym typeface="Arial"/>
              </a:defRPr>
            </a:lvl3pPr>
            <a:lvl4pPr marR="0" lvl="3" algn="l" rtl="0">
              <a:lnSpc>
                <a:spcPct val="104000"/>
              </a:lnSpc>
              <a:spcBef>
                <a:spcPts val="0"/>
              </a:spcBef>
              <a:spcAft>
                <a:spcPts val="0"/>
              </a:spcAft>
              <a:buClr>
                <a:srgbClr val="FEFEFE"/>
              </a:buClr>
              <a:buSzPts val="10000"/>
              <a:buFont typeface="Arial"/>
              <a:buNone/>
              <a:defRPr sz="10000" b="0" i="0" u="none" strike="noStrike" cap="none">
                <a:solidFill>
                  <a:srgbClr val="FEFEFE"/>
                </a:solidFill>
                <a:latin typeface="Arial"/>
                <a:ea typeface="Arial"/>
                <a:cs typeface="Arial"/>
                <a:sym typeface="Arial"/>
              </a:defRPr>
            </a:lvl4pPr>
            <a:lvl5pPr marR="0" lvl="4" algn="l" rtl="0">
              <a:lnSpc>
                <a:spcPct val="104000"/>
              </a:lnSpc>
              <a:spcBef>
                <a:spcPts val="0"/>
              </a:spcBef>
              <a:spcAft>
                <a:spcPts val="0"/>
              </a:spcAft>
              <a:buClr>
                <a:srgbClr val="FEFEFE"/>
              </a:buClr>
              <a:buSzPts val="10000"/>
              <a:buFont typeface="Arial"/>
              <a:buNone/>
              <a:defRPr sz="10000" b="0" i="0" u="none" strike="noStrike" cap="none">
                <a:solidFill>
                  <a:srgbClr val="FEFEFE"/>
                </a:solidFill>
                <a:latin typeface="Arial"/>
                <a:ea typeface="Arial"/>
                <a:cs typeface="Arial"/>
                <a:sym typeface="Arial"/>
              </a:defRPr>
            </a:lvl5pPr>
            <a:lvl6pPr marR="0" lvl="5" algn="l" rtl="0">
              <a:lnSpc>
                <a:spcPct val="104000"/>
              </a:lnSpc>
              <a:spcBef>
                <a:spcPts val="0"/>
              </a:spcBef>
              <a:spcAft>
                <a:spcPts val="0"/>
              </a:spcAft>
              <a:buClr>
                <a:srgbClr val="FEFEFE"/>
              </a:buClr>
              <a:buSzPts val="10000"/>
              <a:buFont typeface="Arial"/>
              <a:buNone/>
              <a:defRPr sz="10000" b="0" i="0" u="none" strike="noStrike" cap="none">
                <a:solidFill>
                  <a:srgbClr val="FEFEFE"/>
                </a:solidFill>
                <a:latin typeface="Arial"/>
                <a:ea typeface="Arial"/>
                <a:cs typeface="Arial"/>
                <a:sym typeface="Arial"/>
              </a:defRPr>
            </a:lvl6pPr>
            <a:lvl7pPr marR="0" lvl="6" algn="l" rtl="0">
              <a:lnSpc>
                <a:spcPct val="104000"/>
              </a:lnSpc>
              <a:spcBef>
                <a:spcPts val="0"/>
              </a:spcBef>
              <a:spcAft>
                <a:spcPts val="0"/>
              </a:spcAft>
              <a:buClr>
                <a:srgbClr val="FEFEFE"/>
              </a:buClr>
              <a:buSzPts val="10000"/>
              <a:buFont typeface="Arial"/>
              <a:buNone/>
              <a:defRPr sz="10000" b="0" i="0" u="none" strike="noStrike" cap="none">
                <a:solidFill>
                  <a:srgbClr val="FEFEFE"/>
                </a:solidFill>
                <a:latin typeface="Arial"/>
                <a:ea typeface="Arial"/>
                <a:cs typeface="Arial"/>
                <a:sym typeface="Arial"/>
              </a:defRPr>
            </a:lvl7pPr>
            <a:lvl8pPr marR="0" lvl="7" algn="l" rtl="0">
              <a:lnSpc>
                <a:spcPct val="104000"/>
              </a:lnSpc>
              <a:spcBef>
                <a:spcPts val="0"/>
              </a:spcBef>
              <a:spcAft>
                <a:spcPts val="0"/>
              </a:spcAft>
              <a:buClr>
                <a:srgbClr val="FEFEFE"/>
              </a:buClr>
              <a:buSzPts val="10000"/>
              <a:buFont typeface="Arial"/>
              <a:buNone/>
              <a:defRPr sz="10000" b="0" i="0" u="none" strike="noStrike" cap="none">
                <a:solidFill>
                  <a:srgbClr val="FEFEFE"/>
                </a:solidFill>
                <a:latin typeface="Arial"/>
                <a:ea typeface="Arial"/>
                <a:cs typeface="Arial"/>
                <a:sym typeface="Arial"/>
              </a:defRPr>
            </a:lvl8pPr>
            <a:lvl9pPr marR="0" lvl="8" algn="l" rtl="0">
              <a:lnSpc>
                <a:spcPct val="104000"/>
              </a:lnSpc>
              <a:spcBef>
                <a:spcPts val="0"/>
              </a:spcBef>
              <a:spcAft>
                <a:spcPts val="0"/>
              </a:spcAft>
              <a:buClr>
                <a:srgbClr val="FEFEFE"/>
              </a:buClr>
              <a:buSzPts val="10000"/>
              <a:buFont typeface="Arial"/>
              <a:buNone/>
              <a:defRPr sz="10000" b="0" i="0" u="none" strike="noStrike" cap="none">
                <a:solidFill>
                  <a:srgbClr val="FEFEFE"/>
                </a:solidFill>
                <a:latin typeface="Arial"/>
                <a:ea typeface="Arial"/>
                <a:cs typeface="Arial"/>
                <a:sym typeface="Arial"/>
              </a:defRPr>
            </a:lvl9pPr>
          </a:lstStyle>
          <a:p>
            <a:endParaRPr/>
          </a:p>
        </p:txBody>
      </p:sp>
      <p:sp>
        <p:nvSpPr>
          <p:cNvPr id="917" name="Shape 917"/>
          <p:cNvSpPr txBox="1">
            <a:spLocks noGrp="1"/>
          </p:cNvSpPr>
          <p:nvPr>
            <p:ph type="body" idx="1"/>
          </p:nvPr>
        </p:nvSpPr>
        <p:spPr>
          <a:xfrm>
            <a:off x="1345915" y="4545106"/>
            <a:ext cx="10452535" cy="4043697"/>
          </a:xfrm>
          <a:prstGeom prst="rect">
            <a:avLst/>
          </a:prstGeom>
          <a:noFill/>
          <a:ln>
            <a:noFill/>
          </a:ln>
        </p:spPr>
        <p:txBody>
          <a:bodyPr spcFirstLastPara="1" wrap="square" lIns="91425" tIns="91425" rIns="91425" bIns="91425" anchor="t" anchorCtr="0"/>
          <a:lstStyle>
            <a:lvl1pPr marL="457200" marR="0" lvl="0" indent="-228600" algn="l" rtl="0">
              <a:lnSpc>
                <a:spcPct val="100000"/>
              </a:lnSpc>
              <a:spcBef>
                <a:spcPts val="600"/>
              </a:spcBef>
              <a:spcAft>
                <a:spcPts val="0"/>
              </a:spcAft>
              <a:buClr>
                <a:schemeClr val="accent1"/>
              </a:buClr>
              <a:buSzPts val="2600"/>
              <a:buFont typeface="Arial"/>
              <a:buNone/>
              <a:defRPr sz="2600" b="0" i="0" u="none" strike="noStrike" cap="none">
                <a:solidFill>
                  <a:schemeClr val="accent1"/>
                </a:solidFill>
                <a:latin typeface="Arial"/>
                <a:ea typeface="Arial"/>
                <a:cs typeface="Arial"/>
                <a:sym typeface="Arial"/>
              </a:defRPr>
            </a:lvl1pPr>
            <a:lvl2pPr marL="914400" marR="0" lvl="1" indent="-228600" algn="l" rtl="0">
              <a:lnSpc>
                <a:spcPct val="100000"/>
              </a:lnSpc>
              <a:spcBef>
                <a:spcPts val="600"/>
              </a:spcBef>
              <a:spcAft>
                <a:spcPts val="0"/>
              </a:spcAft>
              <a:buClr>
                <a:schemeClr val="accent1"/>
              </a:buClr>
              <a:buSzPts val="2600"/>
              <a:buFont typeface="Arial"/>
              <a:buNone/>
              <a:defRPr sz="2600" b="0" i="0" u="none" strike="noStrike" cap="none">
                <a:solidFill>
                  <a:schemeClr val="accent1"/>
                </a:solidFill>
                <a:latin typeface="Arial"/>
                <a:ea typeface="Arial"/>
                <a:cs typeface="Arial"/>
                <a:sym typeface="Arial"/>
              </a:defRPr>
            </a:lvl2pPr>
            <a:lvl3pPr marL="1371600" marR="0" lvl="2" indent="-393700" algn="l" rtl="0">
              <a:lnSpc>
                <a:spcPct val="100000"/>
              </a:lnSpc>
              <a:spcBef>
                <a:spcPts val="600"/>
              </a:spcBef>
              <a:spcAft>
                <a:spcPts val="0"/>
              </a:spcAft>
              <a:buClr>
                <a:schemeClr val="accent1"/>
              </a:buClr>
              <a:buSzPts val="2600"/>
              <a:buFont typeface="Arial"/>
              <a:buChar char="•"/>
              <a:defRPr sz="2600" b="0" i="0" u="none" strike="noStrike" cap="none">
                <a:solidFill>
                  <a:schemeClr val="accent1"/>
                </a:solidFill>
                <a:latin typeface="Arial"/>
                <a:ea typeface="Arial"/>
                <a:cs typeface="Arial"/>
                <a:sym typeface="Arial"/>
              </a:defRPr>
            </a:lvl3pPr>
            <a:lvl4pPr marL="1828800" marR="0" lvl="3" indent="-393700" algn="l" rtl="0">
              <a:lnSpc>
                <a:spcPct val="100000"/>
              </a:lnSpc>
              <a:spcBef>
                <a:spcPts val="600"/>
              </a:spcBef>
              <a:spcAft>
                <a:spcPts val="0"/>
              </a:spcAft>
              <a:buClr>
                <a:schemeClr val="accent1"/>
              </a:buClr>
              <a:buSzPts val="2600"/>
              <a:buFont typeface="Arial"/>
              <a:buChar char="–"/>
              <a:defRPr sz="2600" b="0" i="0" u="none" strike="noStrike" cap="none">
                <a:solidFill>
                  <a:schemeClr val="accent1"/>
                </a:solidFill>
                <a:latin typeface="Arial"/>
                <a:ea typeface="Arial"/>
                <a:cs typeface="Arial"/>
                <a:sym typeface="Arial"/>
              </a:defRPr>
            </a:lvl4pPr>
            <a:lvl5pPr marL="2286000" marR="0" lvl="4" indent="-393700" algn="l" rtl="0">
              <a:lnSpc>
                <a:spcPct val="100000"/>
              </a:lnSpc>
              <a:spcBef>
                <a:spcPts val="600"/>
              </a:spcBef>
              <a:spcAft>
                <a:spcPts val="0"/>
              </a:spcAft>
              <a:buClr>
                <a:schemeClr val="accent1"/>
              </a:buClr>
              <a:buSzPts val="2600"/>
              <a:buFont typeface="Arial"/>
              <a:buAutoNum type="arabicPeriod"/>
              <a:defRPr sz="2600" b="0" i="0" u="none" strike="noStrike" cap="none">
                <a:solidFill>
                  <a:schemeClr val="accent1"/>
                </a:solidFill>
                <a:latin typeface="Arial"/>
                <a:ea typeface="Arial"/>
                <a:cs typeface="Arial"/>
                <a:sym typeface="Arial"/>
              </a:defRPr>
            </a:lvl5pPr>
            <a:lvl6pPr marL="2743200" marR="0" lvl="5" indent="-584200" algn="l" rtl="0">
              <a:lnSpc>
                <a:spcPct val="90000"/>
              </a:lnSpc>
              <a:spcBef>
                <a:spcPts val="2000"/>
              </a:spcBef>
              <a:spcAft>
                <a:spcPts val="0"/>
              </a:spcAft>
              <a:buClr>
                <a:srgbClr val="000000"/>
              </a:buClr>
              <a:buSzPts val="5600"/>
              <a:buFont typeface="Arial"/>
              <a:buChar char="•"/>
              <a:defRPr sz="5600" b="0" i="0" u="none" strike="noStrike" cap="none">
                <a:solidFill>
                  <a:srgbClr val="000000"/>
                </a:solidFill>
                <a:latin typeface="Arial"/>
                <a:ea typeface="Arial"/>
                <a:cs typeface="Arial"/>
                <a:sym typeface="Arial"/>
              </a:defRPr>
            </a:lvl6pPr>
            <a:lvl7pPr marL="3200400" marR="0" lvl="6" indent="-584200" algn="l" rtl="0">
              <a:lnSpc>
                <a:spcPct val="90000"/>
              </a:lnSpc>
              <a:spcBef>
                <a:spcPts val="2000"/>
              </a:spcBef>
              <a:spcAft>
                <a:spcPts val="0"/>
              </a:spcAft>
              <a:buClr>
                <a:srgbClr val="000000"/>
              </a:buClr>
              <a:buSzPts val="5600"/>
              <a:buFont typeface="Arial"/>
              <a:buChar char="•"/>
              <a:defRPr sz="5600" b="0" i="0" u="none" strike="noStrike" cap="none">
                <a:solidFill>
                  <a:srgbClr val="000000"/>
                </a:solidFill>
                <a:latin typeface="Arial"/>
                <a:ea typeface="Arial"/>
                <a:cs typeface="Arial"/>
                <a:sym typeface="Arial"/>
              </a:defRPr>
            </a:lvl7pPr>
            <a:lvl8pPr marL="3657600" marR="0" lvl="7" indent="-584200" algn="l" rtl="0">
              <a:lnSpc>
                <a:spcPct val="90000"/>
              </a:lnSpc>
              <a:spcBef>
                <a:spcPts val="2000"/>
              </a:spcBef>
              <a:spcAft>
                <a:spcPts val="0"/>
              </a:spcAft>
              <a:buClr>
                <a:srgbClr val="000000"/>
              </a:buClr>
              <a:buSzPts val="5600"/>
              <a:buFont typeface="Arial"/>
              <a:buChar char="•"/>
              <a:defRPr sz="5600" b="0" i="0" u="none" strike="noStrike" cap="none">
                <a:solidFill>
                  <a:srgbClr val="000000"/>
                </a:solidFill>
                <a:latin typeface="Arial"/>
                <a:ea typeface="Arial"/>
                <a:cs typeface="Arial"/>
                <a:sym typeface="Arial"/>
              </a:defRPr>
            </a:lvl8pPr>
            <a:lvl9pPr marL="4114800" marR="0" lvl="8" indent="-584200" algn="l" rtl="0">
              <a:lnSpc>
                <a:spcPct val="90000"/>
              </a:lnSpc>
              <a:spcBef>
                <a:spcPts val="2000"/>
              </a:spcBef>
              <a:spcAft>
                <a:spcPts val="0"/>
              </a:spcAft>
              <a:buClr>
                <a:srgbClr val="000000"/>
              </a:buClr>
              <a:buSzPts val="5600"/>
              <a:buFont typeface="Arial"/>
              <a:buChar char="•"/>
              <a:defRPr sz="5600" b="0" i="0" u="none" strike="noStrike" cap="none">
                <a:solidFill>
                  <a:srgbClr val="000000"/>
                </a:solidFill>
                <a:latin typeface="Arial"/>
                <a:ea typeface="Arial"/>
                <a:cs typeface="Arial"/>
                <a:sym typeface="Arial"/>
              </a:defRPr>
            </a:lvl9pPr>
          </a:lstStyle>
          <a:p>
            <a:endParaRPr/>
          </a:p>
        </p:txBody>
      </p:sp>
      <p:sp>
        <p:nvSpPr>
          <p:cNvPr id="918" name="Shape 918"/>
          <p:cNvSpPr txBox="1">
            <a:spLocks noGrp="1"/>
          </p:cNvSpPr>
          <p:nvPr>
            <p:ph type="sldNum" idx="12"/>
          </p:nvPr>
        </p:nvSpPr>
        <p:spPr>
          <a:xfrm>
            <a:off x="17474063" y="12481869"/>
            <a:ext cx="5689230" cy="461665"/>
          </a:xfrm>
          <a:prstGeom prst="rect">
            <a:avLst/>
          </a:prstGeom>
          <a:noFill/>
          <a:ln>
            <a:noFill/>
          </a:ln>
        </p:spPr>
        <p:txBody>
          <a:bodyPr spcFirstLastPara="1" wrap="square" lIns="45700" tIns="45700" rIns="45700" bIns="45700" anchor="ctr" anchorCtr="0">
            <a:noAutofit/>
          </a:bodyPr>
          <a:lstStyle>
            <a:lvl1pPr marL="0" marR="0" lvl="0" indent="0" algn="r" rtl="0">
              <a:spcBef>
                <a:spcPts val="0"/>
              </a:spcBef>
              <a:buNone/>
              <a:defRPr sz="2400">
                <a:solidFill>
                  <a:srgbClr val="888888"/>
                </a:solidFill>
                <a:latin typeface="Helvetica Neue"/>
                <a:ea typeface="Helvetica Neue"/>
                <a:cs typeface="Helvetica Neue"/>
                <a:sym typeface="Helvetica Neue"/>
              </a:defRPr>
            </a:lvl1pPr>
            <a:lvl2pPr marL="0" marR="0" lvl="1" indent="0" algn="r" rtl="0">
              <a:spcBef>
                <a:spcPts val="0"/>
              </a:spcBef>
              <a:buNone/>
              <a:defRPr sz="2400">
                <a:solidFill>
                  <a:srgbClr val="888888"/>
                </a:solidFill>
                <a:latin typeface="Helvetica Neue"/>
                <a:ea typeface="Helvetica Neue"/>
                <a:cs typeface="Helvetica Neue"/>
                <a:sym typeface="Helvetica Neue"/>
              </a:defRPr>
            </a:lvl2pPr>
            <a:lvl3pPr marL="0" marR="0" lvl="2" indent="0" algn="r" rtl="0">
              <a:spcBef>
                <a:spcPts val="0"/>
              </a:spcBef>
              <a:buNone/>
              <a:defRPr sz="2400">
                <a:solidFill>
                  <a:srgbClr val="888888"/>
                </a:solidFill>
                <a:latin typeface="Helvetica Neue"/>
                <a:ea typeface="Helvetica Neue"/>
                <a:cs typeface="Helvetica Neue"/>
                <a:sym typeface="Helvetica Neue"/>
              </a:defRPr>
            </a:lvl3pPr>
            <a:lvl4pPr marL="0" marR="0" lvl="3" indent="0" algn="r" rtl="0">
              <a:spcBef>
                <a:spcPts val="0"/>
              </a:spcBef>
              <a:buNone/>
              <a:defRPr sz="2400">
                <a:solidFill>
                  <a:srgbClr val="888888"/>
                </a:solidFill>
                <a:latin typeface="Helvetica Neue"/>
                <a:ea typeface="Helvetica Neue"/>
                <a:cs typeface="Helvetica Neue"/>
                <a:sym typeface="Helvetica Neue"/>
              </a:defRPr>
            </a:lvl4pPr>
            <a:lvl5pPr marL="0" marR="0" lvl="4" indent="0" algn="r" rtl="0">
              <a:spcBef>
                <a:spcPts val="0"/>
              </a:spcBef>
              <a:buNone/>
              <a:defRPr sz="2400">
                <a:solidFill>
                  <a:srgbClr val="888888"/>
                </a:solidFill>
                <a:latin typeface="Helvetica Neue"/>
                <a:ea typeface="Helvetica Neue"/>
                <a:cs typeface="Helvetica Neue"/>
                <a:sym typeface="Helvetica Neue"/>
              </a:defRPr>
            </a:lvl5pPr>
            <a:lvl6pPr marL="0" marR="0" lvl="5" indent="0" algn="r" rtl="0">
              <a:spcBef>
                <a:spcPts val="0"/>
              </a:spcBef>
              <a:buNone/>
              <a:defRPr sz="2400">
                <a:solidFill>
                  <a:srgbClr val="888888"/>
                </a:solidFill>
                <a:latin typeface="Helvetica Neue"/>
                <a:ea typeface="Helvetica Neue"/>
                <a:cs typeface="Helvetica Neue"/>
                <a:sym typeface="Helvetica Neue"/>
              </a:defRPr>
            </a:lvl6pPr>
            <a:lvl7pPr marL="0" marR="0" lvl="6" indent="0" algn="r" rtl="0">
              <a:spcBef>
                <a:spcPts val="0"/>
              </a:spcBef>
              <a:buNone/>
              <a:defRPr sz="2400">
                <a:solidFill>
                  <a:srgbClr val="888888"/>
                </a:solidFill>
                <a:latin typeface="Helvetica Neue"/>
                <a:ea typeface="Helvetica Neue"/>
                <a:cs typeface="Helvetica Neue"/>
                <a:sym typeface="Helvetica Neue"/>
              </a:defRPr>
            </a:lvl7pPr>
            <a:lvl8pPr marL="0" marR="0" lvl="7" indent="0" algn="r" rtl="0">
              <a:spcBef>
                <a:spcPts val="0"/>
              </a:spcBef>
              <a:buNone/>
              <a:defRPr sz="2400">
                <a:solidFill>
                  <a:srgbClr val="888888"/>
                </a:solidFill>
                <a:latin typeface="Helvetica Neue"/>
                <a:ea typeface="Helvetica Neue"/>
                <a:cs typeface="Helvetica Neue"/>
                <a:sym typeface="Helvetica Neue"/>
              </a:defRPr>
            </a:lvl8pPr>
            <a:lvl9pPr marL="0" marR="0" lvl="8" indent="0" algn="r" rtl="0">
              <a:spcBef>
                <a:spcPts val="0"/>
              </a:spcBef>
              <a:buNone/>
              <a:defRPr sz="2400">
                <a:solidFill>
                  <a:srgbClr val="888888"/>
                </a:solidFill>
                <a:latin typeface="Helvetica Neue"/>
                <a:ea typeface="Helvetica Neue"/>
                <a:cs typeface="Helvetica Neue"/>
                <a:sym typeface="Helvetica Neue"/>
              </a:defRPr>
            </a:lvl9pPr>
          </a:lstStyle>
          <a:p>
            <a:pPr marL="0" lvl="0" indent="0">
              <a:spcBef>
                <a:spcPts val="0"/>
              </a:spcBef>
              <a:spcAft>
                <a:spcPts val="0"/>
              </a:spcAft>
              <a:buNone/>
            </a:pPr>
            <a:fld id="{00000000-1234-1234-1234-123412341234}" type="slidenum">
              <a:rPr lang="en-AU"/>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matchingName="Title, text and table">
  <p:cSld name="Title, text and table">
    <p:bg>
      <p:bgPr>
        <a:solidFill>
          <a:srgbClr val="FEFEFE"/>
        </a:solidFill>
        <a:effectLst/>
      </p:bgPr>
    </p:bg>
    <p:spTree>
      <p:nvGrpSpPr>
        <p:cNvPr id="1" name="Shape 919"/>
        <p:cNvGrpSpPr/>
        <p:nvPr/>
      </p:nvGrpSpPr>
      <p:grpSpPr>
        <a:xfrm>
          <a:off x="0" y="0"/>
          <a:ext cx="0" cy="0"/>
          <a:chOff x="0" y="0"/>
          <a:chExt cx="0" cy="0"/>
        </a:xfrm>
      </p:grpSpPr>
      <p:grpSp>
        <p:nvGrpSpPr>
          <p:cNvPr id="920" name="Shape 920"/>
          <p:cNvGrpSpPr/>
          <p:nvPr/>
        </p:nvGrpSpPr>
        <p:grpSpPr>
          <a:xfrm>
            <a:off x="863994" y="12153898"/>
            <a:ext cx="22911720" cy="1031877"/>
            <a:chOff x="0" y="-1"/>
            <a:chExt cx="22901274" cy="1031876"/>
          </a:xfrm>
        </p:grpSpPr>
        <p:sp>
          <p:nvSpPr>
            <p:cNvPr id="921" name="Shape 921"/>
            <p:cNvSpPr/>
            <p:nvPr/>
          </p:nvSpPr>
          <p:spPr>
            <a:xfrm>
              <a:off x="0" y="558800"/>
              <a:ext cx="117476" cy="11747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922" name="Shape 922"/>
            <p:cNvSpPr/>
            <p:nvPr/>
          </p:nvSpPr>
          <p:spPr>
            <a:xfrm>
              <a:off x="127000" y="444500"/>
              <a:ext cx="117476" cy="11747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923" name="Shape 923"/>
            <p:cNvSpPr/>
            <p:nvPr/>
          </p:nvSpPr>
          <p:spPr>
            <a:xfrm>
              <a:off x="355600" y="444500"/>
              <a:ext cx="117476" cy="11747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000000"/>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924" name="Shape 924"/>
            <p:cNvSpPr/>
            <p:nvPr/>
          </p:nvSpPr>
          <p:spPr>
            <a:xfrm>
              <a:off x="355600" y="88899"/>
              <a:ext cx="117476" cy="117476"/>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000000"/>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925" name="Shape 925"/>
            <p:cNvSpPr/>
            <p:nvPr/>
          </p:nvSpPr>
          <p:spPr>
            <a:xfrm>
              <a:off x="355600" y="-1"/>
              <a:ext cx="117476" cy="90489"/>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926" name="Shape 926"/>
            <p:cNvSpPr/>
            <p:nvPr/>
          </p:nvSpPr>
          <p:spPr>
            <a:xfrm>
              <a:off x="482600" y="317500"/>
              <a:ext cx="117476" cy="11747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927" name="Shape 927"/>
            <p:cNvSpPr/>
            <p:nvPr/>
          </p:nvSpPr>
          <p:spPr>
            <a:xfrm>
              <a:off x="482600" y="203200"/>
              <a:ext cx="117476" cy="11747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928" name="Shape 928"/>
            <p:cNvSpPr/>
            <p:nvPr/>
          </p:nvSpPr>
          <p:spPr>
            <a:xfrm>
              <a:off x="482600" y="88899"/>
              <a:ext cx="117476" cy="117476"/>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929" name="Shape 929"/>
            <p:cNvSpPr/>
            <p:nvPr/>
          </p:nvSpPr>
          <p:spPr>
            <a:xfrm>
              <a:off x="596900" y="317500"/>
              <a:ext cx="117476" cy="11747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000000"/>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930" name="Shape 930"/>
            <p:cNvSpPr/>
            <p:nvPr/>
          </p:nvSpPr>
          <p:spPr>
            <a:xfrm>
              <a:off x="1422400" y="317500"/>
              <a:ext cx="117476" cy="11747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931" name="Shape 931"/>
            <p:cNvSpPr/>
            <p:nvPr/>
          </p:nvSpPr>
          <p:spPr>
            <a:xfrm>
              <a:off x="1892300" y="800100"/>
              <a:ext cx="117476" cy="95251"/>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932" name="Shape 932"/>
            <p:cNvSpPr/>
            <p:nvPr/>
          </p:nvSpPr>
          <p:spPr>
            <a:xfrm>
              <a:off x="3314700" y="558800"/>
              <a:ext cx="117476" cy="11747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933" name="Shape 933"/>
            <p:cNvSpPr/>
            <p:nvPr/>
          </p:nvSpPr>
          <p:spPr>
            <a:xfrm>
              <a:off x="3441700" y="914400"/>
              <a:ext cx="117476" cy="11747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934" name="Shape 934"/>
            <p:cNvSpPr/>
            <p:nvPr/>
          </p:nvSpPr>
          <p:spPr>
            <a:xfrm>
              <a:off x="3441700" y="673100"/>
              <a:ext cx="117476" cy="11747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935" name="Shape 935"/>
            <p:cNvSpPr/>
            <p:nvPr/>
          </p:nvSpPr>
          <p:spPr>
            <a:xfrm>
              <a:off x="3441700" y="558800"/>
              <a:ext cx="117476" cy="11747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936" name="Shape 936"/>
            <p:cNvSpPr/>
            <p:nvPr/>
          </p:nvSpPr>
          <p:spPr>
            <a:xfrm>
              <a:off x="3441700" y="88899"/>
              <a:ext cx="117476" cy="117476"/>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000000"/>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937" name="Shape 937"/>
            <p:cNvSpPr/>
            <p:nvPr/>
          </p:nvSpPr>
          <p:spPr>
            <a:xfrm>
              <a:off x="3556000" y="800100"/>
              <a:ext cx="117476" cy="95251"/>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938" name="Shape 938"/>
            <p:cNvSpPr/>
            <p:nvPr/>
          </p:nvSpPr>
          <p:spPr>
            <a:xfrm>
              <a:off x="3556000" y="673100"/>
              <a:ext cx="117476" cy="11747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000000"/>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939" name="Shape 939"/>
            <p:cNvSpPr/>
            <p:nvPr/>
          </p:nvSpPr>
          <p:spPr>
            <a:xfrm>
              <a:off x="3556000" y="558800"/>
              <a:ext cx="117476" cy="11747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940" name="Shape 940"/>
            <p:cNvSpPr/>
            <p:nvPr/>
          </p:nvSpPr>
          <p:spPr>
            <a:xfrm>
              <a:off x="4381500" y="317500"/>
              <a:ext cx="117476" cy="11747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941" name="Shape 941"/>
            <p:cNvSpPr/>
            <p:nvPr/>
          </p:nvSpPr>
          <p:spPr>
            <a:xfrm>
              <a:off x="5092700" y="-1"/>
              <a:ext cx="117476" cy="90489"/>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942" name="Shape 942"/>
            <p:cNvSpPr/>
            <p:nvPr/>
          </p:nvSpPr>
          <p:spPr>
            <a:xfrm>
              <a:off x="5219700" y="88899"/>
              <a:ext cx="117476" cy="117476"/>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943" name="Shape 943"/>
            <p:cNvSpPr/>
            <p:nvPr/>
          </p:nvSpPr>
          <p:spPr>
            <a:xfrm>
              <a:off x="5575300" y="-1"/>
              <a:ext cx="117476" cy="90489"/>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000000"/>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944" name="Shape 944"/>
            <p:cNvSpPr/>
            <p:nvPr/>
          </p:nvSpPr>
          <p:spPr>
            <a:xfrm>
              <a:off x="6159500" y="88899"/>
              <a:ext cx="117476" cy="117476"/>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945" name="Shape 945"/>
            <p:cNvSpPr/>
            <p:nvPr/>
          </p:nvSpPr>
          <p:spPr>
            <a:xfrm>
              <a:off x="6273800" y="317500"/>
              <a:ext cx="117476" cy="11747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946" name="Shape 946"/>
            <p:cNvSpPr/>
            <p:nvPr/>
          </p:nvSpPr>
          <p:spPr>
            <a:xfrm>
              <a:off x="6400800" y="317500"/>
              <a:ext cx="117476" cy="11747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000000"/>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947" name="Shape 947"/>
            <p:cNvSpPr/>
            <p:nvPr/>
          </p:nvSpPr>
          <p:spPr>
            <a:xfrm>
              <a:off x="6515100" y="800100"/>
              <a:ext cx="117475" cy="95251"/>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948" name="Shape 948"/>
            <p:cNvSpPr/>
            <p:nvPr/>
          </p:nvSpPr>
          <p:spPr>
            <a:xfrm>
              <a:off x="6756400" y="444500"/>
              <a:ext cx="117475" cy="11747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000000"/>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949" name="Shape 949"/>
            <p:cNvSpPr/>
            <p:nvPr/>
          </p:nvSpPr>
          <p:spPr>
            <a:xfrm>
              <a:off x="6985000" y="800100"/>
              <a:ext cx="117475" cy="95251"/>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950" name="Shape 950"/>
            <p:cNvSpPr/>
            <p:nvPr/>
          </p:nvSpPr>
          <p:spPr>
            <a:xfrm>
              <a:off x="7112000" y="558800"/>
              <a:ext cx="117475" cy="11747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000000"/>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951" name="Shape 951"/>
            <p:cNvSpPr/>
            <p:nvPr/>
          </p:nvSpPr>
          <p:spPr>
            <a:xfrm>
              <a:off x="7340600" y="88899"/>
              <a:ext cx="117475" cy="117476"/>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952" name="Shape 952"/>
            <p:cNvSpPr/>
            <p:nvPr/>
          </p:nvSpPr>
          <p:spPr>
            <a:xfrm>
              <a:off x="8407400" y="673100"/>
              <a:ext cx="117475" cy="11747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953" name="Shape 953"/>
            <p:cNvSpPr/>
            <p:nvPr/>
          </p:nvSpPr>
          <p:spPr>
            <a:xfrm>
              <a:off x="8407400" y="-1"/>
              <a:ext cx="117475" cy="90489"/>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000000"/>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954" name="Shape 954"/>
            <p:cNvSpPr/>
            <p:nvPr/>
          </p:nvSpPr>
          <p:spPr>
            <a:xfrm>
              <a:off x="8534400" y="88899"/>
              <a:ext cx="117475" cy="117476"/>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955" name="Shape 955"/>
            <p:cNvSpPr/>
            <p:nvPr/>
          </p:nvSpPr>
          <p:spPr>
            <a:xfrm>
              <a:off x="8648700" y="-1"/>
              <a:ext cx="117475" cy="90489"/>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956" name="Shape 956"/>
            <p:cNvSpPr/>
            <p:nvPr/>
          </p:nvSpPr>
          <p:spPr>
            <a:xfrm>
              <a:off x="8763000" y="203200"/>
              <a:ext cx="117475" cy="11747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957" name="Shape 957"/>
            <p:cNvSpPr/>
            <p:nvPr/>
          </p:nvSpPr>
          <p:spPr>
            <a:xfrm>
              <a:off x="8763000" y="88899"/>
              <a:ext cx="117475" cy="117476"/>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000000"/>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958" name="Shape 958"/>
            <p:cNvSpPr/>
            <p:nvPr/>
          </p:nvSpPr>
          <p:spPr>
            <a:xfrm>
              <a:off x="8890000" y="558800"/>
              <a:ext cx="117475" cy="11747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000000"/>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959" name="Shape 959"/>
            <p:cNvSpPr/>
            <p:nvPr/>
          </p:nvSpPr>
          <p:spPr>
            <a:xfrm>
              <a:off x="8890000" y="203200"/>
              <a:ext cx="117475" cy="11747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960" name="Shape 960"/>
            <p:cNvSpPr/>
            <p:nvPr/>
          </p:nvSpPr>
          <p:spPr>
            <a:xfrm>
              <a:off x="8890000" y="88899"/>
              <a:ext cx="117475" cy="117476"/>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961" name="Shape 961"/>
            <p:cNvSpPr/>
            <p:nvPr/>
          </p:nvSpPr>
          <p:spPr>
            <a:xfrm>
              <a:off x="9004300" y="-1"/>
              <a:ext cx="117475" cy="90489"/>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000000"/>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962" name="Shape 962"/>
            <p:cNvSpPr/>
            <p:nvPr/>
          </p:nvSpPr>
          <p:spPr>
            <a:xfrm>
              <a:off x="9118600" y="444500"/>
              <a:ext cx="117475" cy="11747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963" name="Shape 963"/>
            <p:cNvSpPr/>
            <p:nvPr/>
          </p:nvSpPr>
          <p:spPr>
            <a:xfrm>
              <a:off x="9118600" y="203200"/>
              <a:ext cx="117475" cy="11747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964" name="Shape 964"/>
            <p:cNvSpPr/>
            <p:nvPr/>
          </p:nvSpPr>
          <p:spPr>
            <a:xfrm>
              <a:off x="9245600" y="914400"/>
              <a:ext cx="117475" cy="11747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000000"/>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965" name="Shape 965"/>
            <p:cNvSpPr/>
            <p:nvPr/>
          </p:nvSpPr>
          <p:spPr>
            <a:xfrm>
              <a:off x="9359900" y="558800"/>
              <a:ext cx="117475" cy="11747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966" name="Shape 966"/>
            <p:cNvSpPr/>
            <p:nvPr/>
          </p:nvSpPr>
          <p:spPr>
            <a:xfrm>
              <a:off x="9474200" y="673100"/>
              <a:ext cx="117475" cy="11747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967" name="Shape 967"/>
            <p:cNvSpPr/>
            <p:nvPr/>
          </p:nvSpPr>
          <p:spPr>
            <a:xfrm>
              <a:off x="9474200" y="558800"/>
              <a:ext cx="117475" cy="11747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000000"/>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968" name="Shape 968"/>
            <p:cNvSpPr/>
            <p:nvPr/>
          </p:nvSpPr>
          <p:spPr>
            <a:xfrm>
              <a:off x="9715500" y="914400"/>
              <a:ext cx="117475" cy="11747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000000"/>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969" name="Shape 969"/>
            <p:cNvSpPr/>
            <p:nvPr/>
          </p:nvSpPr>
          <p:spPr>
            <a:xfrm>
              <a:off x="9715500" y="800100"/>
              <a:ext cx="117475" cy="95251"/>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970" name="Shape 970"/>
            <p:cNvSpPr/>
            <p:nvPr/>
          </p:nvSpPr>
          <p:spPr>
            <a:xfrm>
              <a:off x="9829800" y="800100"/>
              <a:ext cx="117475" cy="95251"/>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971" name="Shape 971"/>
            <p:cNvSpPr/>
            <p:nvPr/>
          </p:nvSpPr>
          <p:spPr>
            <a:xfrm>
              <a:off x="9829800" y="558800"/>
              <a:ext cx="117475" cy="11747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000000"/>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972" name="Shape 972"/>
            <p:cNvSpPr/>
            <p:nvPr/>
          </p:nvSpPr>
          <p:spPr>
            <a:xfrm>
              <a:off x="9956800" y="914400"/>
              <a:ext cx="117475" cy="11747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000000"/>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973" name="Shape 973"/>
            <p:cNvSpPr/>
            <p:nvPr/>
          </p:nvSpPr>
          <p:spPr>
            <a:xfrm>
              <a:off x="9956800" y="800100"/>
              <a:ext cx="117475" cy="95251"/>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000000"/>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974" name="Shape 974"/>
            <p:cNvSpPr/>
            <p:nvPr/>
          </p:nvSpPr>
          <p:spPr>
            <a:xfrm>
              <a:off x="9956800" y="673100"/>
              <a:ext cx="117475" cy="11747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000000"/>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975" name="Shape 975"/>
            <p:cNvSpPr/>
            <p:nvPr/>
          </p:nvSpPr>
          <p:spPr>
            <a:xfrm>
              <a:off x="9956800" y="558800"/>
              <a:ext cx="117475" cy="11747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976" name="Shape 976"/>
            <p:cNvSpPr/>
            <p:nvPr/>
          </p:nvSpPr>
          <p:spPr>
            <a:xfrm>
              <a:off x="10071100" y="914400"/>
              <a:ext cx="117475" cy="11747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977" name="Shape 977"/>
            <p:cNvSpPr/>
            <p:nvPr/>
          </p:nvSpPr>
          <p:spPr>
            <a:xfrm>
              <a:off x="10071100" y="673100"/>
              <a:ext cx="117475" cy="11747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978" name="Shape 978"/>
            <p:cNvSpPr/>
            <p:nvPr/>
          </p:nvSpPr>
          <p:spPr>
            <a:xfrm>
              <a:off x="10071100" y="444500"/>
              <a:ext cx="117475" cy="11747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979" name="Shape 979"/>
            <p:cNvSpPr/>
            <p:nvPr/>
          </p:nvSpPr>
          <p:spPr>
            <a:xfrm>
              <a:off x="10185400" y="317500"/>
              <a:ext cx="117475" cy="11747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980" name="Shape 980"/>
            <p:cNvSpPr/>
            <p:nvPr/>
          </p:nvSpPr>
          <p:spPr>
            <a:xfrm>
              <a:off x="10312400" y="444500"/>
              <a:ext cx="117475" cy="11747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000000"/>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981" name="Shape 981"/>
            <p:cNvSpPr/>
            <p:nvPr/>
          </p:nvSpPr>
          <p:spPr>
            <a:xfrm>
              <a:off x="10896600" y="88899"/>
              <a:ext cx="117475" cy="117476"/>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982" name="Shape 982"/>
            <p:cNvSpPr/>
            <p:nvPr/>
          </p:nvSpPr>
          <p:spPr>
            <a:xfrm>
              <a:off x="10896600" y="-1"/>
              <a:ext cx="117475" cy="90489"/>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983" name="Shape 983"/>
            <p:cNvSpPr/>
            <p:nvPr/>
          </p:nvSpPr>
          <p:spPr>
            <a:xfrm>
              <a:off x="11137900" y="914400"/>
              <a:ext cx="117475" cy="11747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984" name="Shape 984"/>
            <p:cNvSpPr/>
            <p:nvPr/>
          </p:nvSpPr>
          <p:spPr>
            <a:xfrm>
              <a:off x="11137900" y="88899"/>
              <a:ext cx="117475" cy="117476"/>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000000"/>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985" name="Shape 985"/>
            <p:cNvSpPr/>
            <p:nvPr/>
          </p:nvSpPr>
          <p:spPr>
            <a:xfrm>
              <a:off x="11252200" y="-1"/>
              <a:ext cx="117475" cy="90489"/>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986" name="Shape 986"/>
            <p:cNvSpPr/>
            <p:nvPr/>
          </p:nvSpPr>
          <p:spPr>
            <a:xfrm>
              <a:off x="11366500" y="673100"/>
              <a:ext cx="117475" cy="11747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987" name="Shape 987"/>
            <p:cNvSpPr/>
            <p:nvPr/>
          </p:nvSpPr>
          <p:spPr>
            <a:xfrm>
              <a:off x="11366500" y="203200"/>
              <a:ext cx="117475" cy="11747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000000"/>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988" name="Shape 988"/>
            <p:cNvSpPr/>
            <p:nvPr/>
          </p:nvSpPr>
          <p:spPr>
            <a:xfrm>
              <a:off x="11493500" y="673100"/>
              <a:ext cx="117475" cy="11747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000000"/>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989" name="Shape 989"/>
            <p:cNvSpPr/>
            <p:nvPr/>
          </p:nvSpPr>
          <p:spPr>
            <a:xfrm>
              <a:off x="11493500" y="558800"/>
              <a:ext cx="117475" cy="11747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990" name="Shape 990"/>
            <p:cNvSpPr/>
            <p:nvPr/>
          </p:nvSpPr>
          <p:spPr>
            <a:xfrm>
              <a:off x="11493500" y="88899"/>
              <a:ext cx="117475" cy="117476"/>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991" name="Shape 991"/>
            <p:cNvSpPr/>
            <p:nvPr/>
          </p:nvSpPr>
          <p:spPr>
            <a:xfrm>
              <a:off x="11607800" y="317500"/>
              <a:ext cx="117475" cy="11747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992" name="Shape 992"/>
            <p:cNvSpPr/>
            <p:nvPr/>
          </p:nvSpPr>
          <p:spPr>
            <a:xfrm>
              <a:off x="11607800" y="-1"/>
              <a:ext cx="117475" cy="90489"/>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000000"/>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993" name="Shape 993"/>
            <p:cNvSpPr/>
            <p:nvPr/>
          </p:nvSpPr>
          <p:spPr>
            <a:xfrm>
              <a:off x="11722100" y="558800"/>
              <a:ext cx="117475" cy="11747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000000"/>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994" name="Shape 994"/>
            <p:cNvSpPr/>
            <p:nvPr/>
          </p:nvSpPr>
          <p:spPr>
            <a:xfrm>
              <a:off x="22783798" y="558800"/>
              <a:ext cx="117476" cy="117475"/>
            </a:xfrm>
            <a:custGeom>
              <a:avLst/>
              <a:gdLst/>
              <a:ahLst/>
              <a:cxnLst/>
              <a:rect l="0" t="0" r="0" b="0"/>
              <a:pathLst>
                <a:path w="21600" h="21600" extrusionOk="0">
                  <a:moveTo>
                    <a:pt x="21600" y="21600"/>
                  </a:moveTo>
                  <a:lnTo>
                    <a:pt x="0" y="21600"/>
                  </a:lnTo>
                  <a:lnTo>
                    <a:pt x="0" y="0"/>
                  </a:lnTo>
                  <a:lnTo>
                    <a:pt x="21600" y="0"/>
                  </a:lnTo>
                  <a:cubicBezTo>
                    <a:pt x="21600" y="0"/>
                    <a:pt x="21600" y="21600"/>
                    <a:pt x="2160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995" name="Shape 995"/>
            <p:cNvSpPr/>
            <p:nvPr/>
          </p:nvSpPr>
          <p:spPr>
            <a:xfrm>
              <a:off x="22669498" y="914400"/>
              <a:ext cx="117476" cy="117475"/>
            </a:xfrm>
            <a:custGeom>
              <a:avLst/>
              <a:gdLst/>
              <a:ahLst/>
              <a:cxnLst/>
              <a:rect l="0" t="0" r="0" b="0"/>
              <a:pathLst>
                <a:path w="21600" h="21600" extrusionOk="0">
                  <a:moveTo>
                    <a:pt x="21600" y="21600"/>
                  </a:moveTo>
                  <a:lnTo>
                    <a:pt x="0" y="21600"/>
                  </a:lnTo>
                  <a:lnTo>
                    <a:pt x="0" y="0"/>
                  </a:lnTo>
                  <a:lnTo>
                    <a:pt x="21600" y="0"/>
                  </a:lnTo>
                  <a:cubicBezTo>
                    <a:pt x="21600" y="0"/>
                    <a:pt x="21600" y="21600"/>
                    <a:pt x="21600" y="2160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996" name="Shape 996"/>
            <p:cNvSpPr/>
            <p:nvPr/>
          </p:nvSpPr>
          <p:spPr>
            <a:xfrm>
              <a:off x="22669498" y="673100"/>
              <a:ext cx="117476" cy="117475"/>
            </a:xfrm>
            <a:custGeom>
              <a:avLst/>
              <a:gdLst/>
              <a:ahLst/>
              <a:cxnLst/>
              <a:rect l="0" t="0" r="0" b="0"/>
              <a:pathLst>
                <a:path w="21600" h="21600" extrusionOk="0">
                  <a:moveTo>
                    <a:pt x="21600" y="21600"/>
                  </a:moveTo>
                  <a:lnTo>
                    <a:pt x="0" y="21600"/>
                  </a:lnTo>
                  <a:lnTo>
                    <a:pt x="0" y="0"/>
                  </a:lnTo>
                  <a:lnTo>
                    <a:pt x="21600" y="0"/>
                  </a:lnTo>
                  <a:cubicBezTo>
                    <a:pt x="21600" y="0"/>
                    <a:pt x="21600" y="21600"/>
                    <a:pt x="2160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997" name="Shape 997"/>
            <p:cNvSpPr/>
            <p:nvPr/>
          </p:nvSpPr>
          <p:spPr>
            <a:xfrm>
              <a:off x="22669498" y="558800"/>
              <a:ext cx="117476" cy="117475"/>
            </a:xfrm>
            <a:custGeom>
              <a:avLst/>
              <a:gdLst/>
              <a:ahLst/>
              <a:cxnLst/>
              <a:rect l="0" t="0" r="0" b="0"/>
              <a:pathLst>
                <a:path w="21600" h="21600" extrusionOk="0">
                  <a:moveTo>
                    <a:pt x="21600" y="21600"/>
                  </a:moveTo>
                  <a:lnTo>
                    <a:pt x="0" y="21600"/>
                  </a:lnTo>
                  <a:lnTo>
                    <a:pt x="0" y="0"/>
                  </a:lnTo>
                  <a:lnTo>
                    <a:pt x="21600" y="0"/>
                  </a:lnTo>
                  <a:cubicBezTo>
                    <a:pt x="21600" y="0"/>
                    <a:pt x="21600" y="21600"/>
                    <a:pt x="21600" y="2160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998" name="Shape 998"/>
            <p:cNvSpPr/>
            <p:nvPr/>
          </p:nvSpPr>
          <p:spPr>
            <a:xfrm>
              <a:off x="22669498" y="88899"/>
              <a:ext cx="117476" cy="117476"/>
            </a:xfrm>
            <a:custGeom>
              <a:avLst/>
              <a:gdLst/>
              <a:ahLst/>
              <a:cxnLst/>
              <a:rect l="0" t="0" r="0" b="0"/>
              <a:pathLst>
                <a:path w="21600" h="21600" extrusionOk="0">
                  <a:moveTo>
                    <a:pt x="21600" y="21600"/>
                  </a:moveTo>
                  <a:lnTo>
                    <a:pt x="0" y="21600"/>
                  </a:lnTo>
                  <a:lnTo>
                    <a:pt x="0" y="0"/>
                  </a:lnTo>
                  <a:lnTo>
                    <a:pt x="21600" y="0"/>
                  </a:lnTo>
                  <a:cubicBezTo>
                    <a:pt x="21600" y="0"/>
                    <a:pt x="21600" y="21600"/>
                    <a:pt x="21600" y="21600"/>
                  </a:cubicBezTo>
                  <a:close/>
                </a:path>
              </a:pathLst>
            </a:custGeom>
            <a:solidFill>
              <a:srgbClr val="000000"/>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999" name="Shape 999"/>
            <p:cNvSpPr/>
            <p:nvPr/>
          </p:nvSpPr>
          <p:spPr>
            <a:xfrm>
              <a:off x="22555198" y="800100"/>
              <a:ext cx="117476" cy="95251"/>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000" name="Shape 1000"/>
            <p:cNvSpPr/>
            <p:nvPr/>
          </p:nvSpPr>
          <p:spPr>
            <a:xfrm>
              <a:off x="22555198" y="673100"/>
              <a:ext cx="117476" cy="117475"/>
            </a:xfrm>
            <a:custGeom>
              <a:avLst/>
              <a:gdLst/>
              <a:ahLst/>
              <a:cxnLst/>
              <a:rect l="0" t="0" r="0" b="0"/>
              <a:pathLst>
                <a:path w="21600" h="21600" extrusionOk="0">
                  <a:moveTo>
                    <a:pt x="21600" y="21600"/>
                  </a:moveTo>
                  <a:lnTo>
                    <a:pt x="0" y="21600"/>
                  </a:lnTo>
                  <a:lnTo>
                    <a:pt x="0" y="0"/>
                  </a:lnTo>
                  <a:lnTo>
                    <a:pt x="21600" y="0"/>
                  </a:lnTo>
                  <a:cubicBezTo>
                    <a:pt x="21600" y="0"/>
                    <a:pt x="21600" y="21600"/>
                    <a:pt x="21600" y="21600"/>
                  </a:cubicBezTo>
                  <a:close/>
                </a:path>
              </a:pathLst>
            </a:custGeom>
            <a:solidFill>
              <a:srgbClr val="000000"/>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001" name="Shape 1001"/>
            <p:cNvSpPr/>
            <p:nvPr/>
          </p:nvSpPr>
          <p:spPr>
            <a:xfrm>
              <a:off x="22555198" y="558800"/>
              <a:ext cx="117476" cy="117475"/>
            </a:xfrm>
            <a:custGeom>
              <a:avLst/>
              <a:gdLst/>
              <a:ahLst/>
              <a:cxnLst/>
              <a:rect l="0" t="0" r="0" b="0"/>
              <a:pathLst>
                <a:path w="21600" h="21600" extrusionOk="0">
                  <a:moveTo>
                    <a:pt x="21600" y="21600"/>
                  </a:moveTo>
                  <a:lnTo>
                    <a:pt x="0" y="21600"/>
                  </a:lnTo>
                  <a:lnTo>
                    <a:pt x="0" y="0"/>
                  </a:lnTo>
                  <a:lnTo>
                    <a:pt x="21600" y="0"/>
                  </a:lnTo>
                  <a:cubicBezTo>
                    <a:pt x="21600" y="0"/>
                    <a:pt x="21600" y="21600"/>
                    <a:pt x="21600" y="2160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002" name="Shape 1002"/>
            <p:cNvSpPr/>
            <p:nvPr/>
          </p:nvSpPr>
          <p:spPr>
            <a:xfrm>
              <a:off x="21716998" y="317500"/>
              <a:ext cx="117476" cy="117475"/>
            </a:xfrm>
            <a:custGeom>
              <a:avLst/>
              <a:gdLst/>
              <a:ahLst/>
              <a:cxnLst/>
              <a:rect l="0" t="0" r="0" b="0"/>
              <a:pathLst>
                <a:path w="21600" h="21600" extrusionOk="0">
                  <a:moveTo>
                    <a:pt x="21600" y="21600"/>
                  </a:moveTo>
                  <a:lnTo>
                    <a:pt x="0" y="21600"/>
                  </a:lnTo>
                  <a:lnTo>
                    <a:pt x="0" y="0"/>
                  </a:lnTo>
                  <a:lnTo>
                    <a:pt x="21600" y="0"/>
                  </a:lnTo>
                  <a:cubicBezTo>
                    <a:pt x="21600" y="0"/>
                    <a:pt x="21600" y="21600"/>
                    <a:pt x="21600" y="2160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003" name="Shape 1003"/>
            <p:cNvSpPr/>
            <p:nvPr/>
          </p:nvSpPr>
          <p:spPr>
            <a:xfrm>
              <a:off x="21005800" y="-1"/>
              <a:ext cx="117475" cy="90489"/>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004" name="Shape 1004"/>
            <p:cNvSpPr/>
            <p:nvPr/>
          </p:nvSpPr>
          <p:spPr>
            <a:xfrm>
              <a:off x="20891500" y="88899"/>
              <a:ext cx="117475" cy="117476"/>
            </a:xfrm>
            <a:custGeom>
              <a:avLst/>
              <a:gdLst/>
              <a:ahLst/>
              <a:cxnLst/>
              <a:rect l="0" t="0" r="0" b="0"/>
              <a:pathLst>
                <a:path w="21600" h="21600" extrusionOk="0">
                  <a:moveTo>
                    <a:pt x="21600" y="21600"/>
                  </a:moveTo>
                  <a:lnTo>
                    <a:pt x="0" y="21600"/>
                  </a:lnTo>
                  <a:lnTo>
                    <a:pt x="0" y="0"/>
                  </a:lnTo>
                  <a:lnTo>
                    <a:pt x="21600" y="0"/>
                  </a:lnTo>
                  <a:cubicBezTo>
                    <a:pt x="21600" y="0"/>
                    <a:pt x="21600" y="21600"/>
                    <a:pt x="21600" y="2160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005" name="Shape 1005"/>
            <p:cNvSpPr/>
            <p:nvPr/>
          </p:nvSpPr>
          <p:spPr>
            <a:xfrm>
              <a:off x="20535900" y="-1"/>
              <a:ext cx="117475" cy="90489"/>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000000"/>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006" name="Shape 1006"/>
            <p:cNvSpPr/>
            <p:nvPr/>
          </p:nvSpPr>
          <p:spPr>
            <a:xfrm>
              <a:off x="13398500" y="558800"/>
              <a:ext cx="117475" cy="11747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007" name="Shape 1007"/>
            <p:cNvSpPr/>
            <p:nvPr/>
          </p:nvSpPr>
          <p:spPr>
            <a:xfrm>
              <a:off x="13525500" y="444500"/>
              <a:ext cx="117475" cy="11747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008" name="Shape 1008"/>
            <p:cNvSpPr/>
            <p:nvPr/>
          </p:nvSpPr>
          <p:spPr>
            <a:xfrm>
              <a:off x="13754100" y="444500"/>
              <a:ext cx="117475" cy="11747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000000"/>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009" name="Shape 1009"/>
            <p:cNvSpPr/>
            <p:nvPr/>
          </p:nvSpPr>
          <p:spPr>
            <a:xfrm>
              <a:off x="13754100" y="88899"/>
              <a:ext cx="117475" cy="117476"/>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000000"/>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010" name="Shape 1010"/>
            <p:cNvSpPr/>
            <p:nvPr/>
          </p:nvSpPr>
          <p:spPr>
            <a:xfrm>
              <a:off x="13754100" y="-1"/>
              <a:ext cx="117475" cy="90489"/>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011" name="Shape 1011"/>
            <p:cNvSpPr/>
            <p:nvPr/>
          </p:nvSpPr>
          <p:spPr>
            <a:xfrm>
              <a:off x="13881100" y="317500"/>
              <a:ext cx="117475" cy="11747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012" name="Shape 1012"/>
            <p:cNvSpPr/>
            <p:nvPr/>
          </p:nvSpPr>
          <p:spPr>
            <a:xfrm>
              <a:off x="13881100" y="203200"/>
              <a:ext cx="117475" cy="11747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013" name="Shape 1013"/>
            <p:cNvSpPr/>
            <p:nvPr/>
          </p:nvSpPr>
          <p:spPr>
            <a:xfrm>
              <a:off x="13881100" y="88899"/>
              <a:ext cx="117475" cy="117476"/>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014" name="Shape 1014"/>
            <p:cNvSpPr/>
            <p:nvPr/>
          </p:nvSpPr>
          <p:spPr>
            <a:xfrm>
              <a:off x="13995400" y="317500"/>
              <a:ext cx="117475" cy="11747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000000"/>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015" name="Shape 1015"/>
            <p:cNvSpPr/>
            <p:nvPr/>
          </p:nvSpPr>
          <p:spPr>
            <a:xfrm>
              <a:off x="14820900" y="317500"/>
              <a:ext cx="117475" cy="11747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016" name="Shape 1016"/>
            <p:cNvSpPr/>
            <p:nvPr/>
          </p:nvSpPr>
          <p:spPr>
            <a:xfrm>
              <a:off x="15290800" y="800100"/>
              <a:ext cx="117475" cy="95251"/>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017" name="Shape 1017"/>
            <p:cNvSpPr/>
            <p:nvPr/>
          </p:nvSpPr>
          <p:spPr>
            <a:xfrm>
              <a:off x="16713200" y="558800"/>
              <a:ext cx="117475" cy="11747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018" name="Shape 1018"/>
            <p:cNvSpPr/>
            <p:nvPr/>
          </p:nvSpPr>
          <p:spPr>
            <a:xfrm>
              <a:off x="16840200" y="914400"/>
              <a:ext cx="117475" cy="11747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019" name="Shape 1019"/>
            <p:cNvSpPr/>
            <p:nvPr/>
          </p:nvSpPr>
          <p:spPr>
            <a:xfrm>
              <a:off x="16840200" y="673100"/>
              <a:ext cx="117475" cy="11747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020" name="Shape 1020"/>
            <p:cNvSpPr/>
            <p:nvPr/>
          </p:nvSpPr>
          <p:spPr>
            <a:xfrm>
              <a:off x="16840200" y="558800"/>
              <a:ext cx="117475" cy="11747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021" name="Shape 1021"/>
            <p:cNvSpPr/>
            <p:nvPr/>
          </p:nvSpPr>
          <p:spPr>
            <a:xfrm>
              <a:off x="16840200" y="88899"/>
              <a:ext cx="117475" cy="117476"/>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000000"/>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022" name="Shape 1022"/>
            <p:cNvSpPr/>
            <p:nvPr/>
          </p:nvSpPr>
          <p:spPr>
            <a:xfrm>
              <a:off x="16954500" y="800100"/>
              <a:ext cx="117475" cy="95251"/>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023" name="Shape 1023"/>
            <p:cNvSpPr/>
            <p:nvPr/>
          </p:nvSpPr>
          <p:spPr>
            <a:xfrm>
              <a:off x="16954500" y="673100"/>
              <a:ext cx="117475" cy="11747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000000"/>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024" name="Shape 1024"/>
            <p:cNvSpPr/>
            <p:nvPr/>
          </p:nvSpPr>
          <p:spPr>
            <a:xfrm>
              <a:off x="16954500" y="558800"/>
              <a:ext cx="117475" cy="11747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025" name="Shape 1025"/>
            <p:cNvSpPr/>
            <p:nvPr/>
          </p:nvSpPr>
          <p:spPr>
            <a:xfrm>
              <a:off x="17780000" y="317500"/>
              <a:ext cx="117475" cy="11747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026" name="Shape 1026"/>
            <p:cNvSpPr/>
            <p:nvPr/>
          </p:nvSpPr>
          <p:spPr>
            <a:xfrm>
              <a:off x="18491200" y="-1"/>
              <a:ext cx="117475" cy="90489"/>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027" name="Shape 1027"/>
            <p:cNvSpPr/>
            <p:nvPr/>
          </p:nvSpPr>
          <p:spPr>
            <a:xfrm>
              <a:off x="18605500" y="88899"/>
              <a:ext cx="117475" cy="117476"/>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028" name="Shape 1028"/>
            <p:cNvSpPr/>
            <p:nvPr/>
          </p:nvSpPr>
          <p:spPr>
            <a:xfrm>
              <a:off x="18961100" y="-1"/>
              <a:ext cx="117475" cy="90489"/>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000000"/>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grpSp>
      <p:sp>
        <p:nvSpPr>
          <p:cNvPr id="1029" name="Shape 1029"/>
          <p:cNvSpPr/>
          <p:nvPr/>
        </p:nvSpPr>
        <p:spPr>
          <a:xfrm>
            <a:off x="686113" y="685800"/>
            <a:ext cx="22991502" cy="537882"/>
          </a:xfrm>
          <a:prstGeom prst="roundRect">
            <a:avLst>
              <a:gd name="adj" fmla="val 50000"/>
            </a:avLst>
          </a:prstGeom>
          <a:solidFill>
            <a:schemeClr val="accent1"/>
          </a:solidFill>
          <a:ln>
            <a:noFill/>
          </a:ln>
        </p:spPr>
        <p:txBody>
          <a:bodyPr spcFirstLastPara="1" wrap="square" lIns="45700" tIns="45700" rIns="45700" bIns="45700" anchor="ctr" anchorCtr="0">
            <a:noAutofit/>
          </a:bodyPr>
          <a:lstStyle/>
          <a:p>
            <a:pPr marL="0" marR="0" lvl="0" indent="0" algn="ctr"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030" name="Shape 1030"/>
          <p:cNvSpPr txBox="1"/>
          <p:nvPr/>
        </p:nvSpPr>
        <p:spPr>
          <a:xfrm>
            <a:off x="21010370" y="847019"/>
            <a:ext cx="2343808" cy="215444"/>
          </a:xfrm>
          <a:prstGeom prst="rect">
            <a:avLst/>
          </a:prstGeom>
          <a:noFill/>
          <a:ln>
            <a:noFill/>
          </a:ln>
        </p:spPr>
        <p:txBody>
          <a:bodyPr spcFirstLastPara="1" wrap="square" lIns="0" tIns="0" rIns="0" bIns="0" anchor="t" anchorCtr="0">
            <a:noAutofit/>
          </a:bodyPr>
          <a:lstStyle/>
          <a:p>
            <a:pPr marL="0" marR="0" lvl="0" indent="0" algn="r" rtl="0">
              <a:spcBef>
                <a:spcPts val="0"/>
              </a:spcBef>
              <a:spcAft>
                <a:spcPts val="0"/>
              </a:spcAft>
              <a:buNone/>
            </a:pPr>
            <a:r>
              <a:rPr lang="en-AU" sz="1400">
                <a:solidFill>
                  <a:srgbClr val="FEFEFE"/>
                </a:solidFill>
                <a:latin typeface="Helvetica Neue"/>
                <a:ea typeface="Helvetica Neue"/>
                <a:cs typeface="Helvetica Neue"/>
                <a:sym typeface="Helvetica Neue"/>
              </a:rPr>
              <a:t>‹#›</a:t>
            </a:r>
            <a:endParaRPr/>
          </a:p>
        </p:txBody>
      </p:sp>
      <p:sp>
        <p:nvSpPr>
          <p:cNvPr id="1031" name="Shape 1031"/>
          <p:cNvSpPr txBox="1">
            <a:spLocks noGrp="1"/>
          </p:cNvSpPr>
          <p:nvPr>
            <p:ph type="title"/>
          </p:nvPr>
        </p:nvSpPr>
        <p:spPr>
          <a:xfrm>
            <a:off x="1345915" y="2411884"/>
            <a:ext cx="10452535" cy="2133222"/>
          </a:xfrm>
          <a:prstGeom prst="rect">
            <a:avLst/>
          </a:prstGeom>
          <a:noFill/>
          <a:ln>
            <a:noFill/>
          </a:ln>
        </p:spPr>
        <p:txBody>
          <a:bodyPr spcFirstLastPara="1" wrap="square" lIns="91425" tIns="91425" rIns="91425" bIns="91425" anchor="t" anchorCtr="0"/>
          <a:lstStyle>
            <a:lvl1pPr marR="0" lvl="0" algn="l" rtl="0">
              <a:lnSpc>
                <a:spcPct val="110000"/>
              </a:lnSpc>
              <a:spcBef>
                <a:spcPts val="0"/>
              </a:spcBef>
              <a:spcAft>
                <a:spcPts val="0"/>
              </a:spcAft>
              <a:buClr>
                <a:schemeClr val="accent1"/>
              </a:buClr>
              <a:buSzPts val="6000"/>
              <a:buFont typeface="Arial"/>
              <a:buNone/>
              <a:defRPr sz="6000" b="0" i="0" u="none" strike="noStrike" cap="none">
                <a:solidFill>
                  <a:schemeClr val="accent1"/>
                </a:solidFill>
                <a:latin typeface="Arial"/>
                <a:ea typeface="Arial"/>
                <a:cs typeface="Arial"/>
                <a:sym typeface="Arial"/>
              </a:defRPr>
            </a:lvl1pPr>
            <a:lvl2pPr marR="0" lvl="1" algn="l" rtl="0">
              <a:lnSpc>
                <a:spcPct val="104000"/>
              </a:lnSpc>
              <a:spcBef>
                <a:spcPts val="0"/>
              </a:spcBef>
              <a:spcAft>
                <a:spcPts val="0"/>
              </a:spcAft>
              <a:buClr>
                <a:srgbClr val="FEFEFE"/>
              </a:buClr>
              <a:buSzPts val="10000"/>
              <a:buFont typeface="Arial"/>
              <a:buNone/>
              <a:defRPr sz="10000" b="0" i="0" u="none" strike="noStrike" cap="none">
                <a:solidFill>
                  <a:srgbClr val="FEFEFE"/>
                </a:solidFill>
                <a:latin typeface="Arial"/>
                <a:ea typeface="Arial"/>
                <a:cs typeface="Arial"/>
                <a:sym typeface="Arial"/>
              </a:defRPr>
            </a:lvl2pPr>
            <a:lvl3pPr marR="0" lvl="2" algn="l" rtl="0">
              <a:lnSpc>
                <a:spcPct val="104000"/>
              </a:lnSpc>
              <a:spcBef>
                <a:spcPts val="0"/>
              </a:spcBef>
              <a:spcAft>
                <a:spcPts val="0"/>
              </a:spcAft>
              <a:buClr>
                <a:srgbClr val="FEFEFE"/>
              </a:buClr>
              <a:buSzPts val="10000"/>
              <a:buFont typeface="Arial"/>
              <a:buNone/>
              <a:defRPr sz="10000" b="0" i="0" u="none" strike="noStrike" cap="none">
                <a:solidFill>
                  <a:srgbClr val="FEFEFE"/>
                </a:solidFill>
                <a:latin typeface="Arial"/>
                <a:ea typeface="Arial"/>
                <a:cs typeface="Arial"/>
                <a:sym typeface="Arial"/>
              </a:defRPr>
            </a:lvl3pPr>
            <a:lvl4pPr marR="0" lvl="3" algn="l" rtl="0">
              <a:lnSpc>
                <a:spcPct val="104000"/>
              </a:lnSpc>
              <a:spcBef>
                <a:spcPts val="0"/>
              </a:spcBef>
              <a:spcAft>
                <a:spcPts val="0"/>
              </a:spcAft>
              <a:buClr>
                <a:srgbClr val="FEFEFE"/>
              </a:buClr>
              <a:buSzPts val="10000"/>
              <a:buFont typeface="Arial"/>
              <a:buNone/>
              <a:defRPr sz="10000" b="0" i="0" u="none" strike="noStrike" cap="none">
                <a:solidFill>
                  <a:srgbClr val="FEFEFE"/>
                </a:solidFill>
                <a:latin typeface="Arial"/>
                <a:ea typeface="Arial"/>
                <a:cs typeface="Arial"/>
                <a:sym typeface="Arial"/>
              </a:defRPr>
            </a:lvl4pPr>
            <a:lvl5pPr marR="0" lvl="4" algn="l" rtl="0">
              <a:lnSpc>
                <a:spcPct val="104000"/>
              </a:lnSpc>
              <a:spcBef>
                <a:spcPts val="0"/>
              </a:spcBef>
              <a:spcAft>
                <a:spcPts val="0"/>
              </a:spcAft>
              <a:buClr>
                <a:srgbClr val="FEFEFE"/>
              </a:buClr>
              <a:buSzPts val="10000"/>
              <a:buFont typeface="Arial"/>
              <a:buNone/>
              <a:defRPr sz="10000" b="0" i="0" u="none" strike="noStrike" cap="none">
                <a:solidFill>
                  <a:srgbClr val="FEFEFE"/>
                </a:solidFill>
                <a:latin typeface="Arial"/>
                <a:ea typeface="Arial"/>
                <a:cs typeface="Arial"/>
                <a:sym typeface="Arial"/>
              </a:defRPr>
            </a:lvl5pPr>
            <a:lvl6pPr marR="0" lvl="5" algn="l" rtl="0">
              <a:lnSpc>
                <a:spcPct val="104000"/>
              </a:lnSpc>
              <a:spcBef>
                <a:spcPts val="0"/>
              </a:spcBef>
              <a:spcAft>
                <a:spcPts val="0"/>
              </a:spcAft>
              <a:buClr>
                <a:srgbClr val="FEFEFE"/>
              </a:buClr>
              <a:buSzPts val="10000"/>
              <a:buFont typeface="Arial"/>
              <a:buNone/>
              <a:defRPr sz="10000" b="0" i="0" u="none" strike="noStrike" cap="none">
                <a:solidFill>
                  <a:srgbClr val="FEFEFE"/>
                </a:solidFill>
                <a:latin typeface="Arial"/>
                <a:ea typeface="Arial"/>
                <a:cs typeface="Arial"/>
                <a:sym typeface="Arial"/>
              </a:defRPr>
            </a:lvl6pPr>
            <a:lvl7pPr marR="0" lvl="6" algn="l" rtl="0">
              <a:lnSpc>
                <a:spcPct val="104000"/>
              </a:lnSpc>
              <a:spcBef>
                <a:spcPts val="0"/>
              </a:spcBef>
              <a:spcAft>
                <a:spcPts val="0"/>
              </a:spcAft>
              <a:buClr>
                <a:srgbClr val="FEFEFE"/>
              </a:buClr>
              <a:buSzPts val="10000"/>
              <a:buFont typeface="Arial"/>
              <a:buNone/>
              <a:defRPr sz="10000" b="0" i="0" u="none" strike="noStrike" cap="none">
                <a:solidFill>
                  <a:srgbClr val="FEFEFE"/>
                </a:solidFill>
                <a:latin typeface="Arial"/>
                <a:ea typeface="Arial"/>
                <a:cs typeface="Arial"/>
                <a:sym typeface="Arial"/>
              </a:defRPr>
            </a:lvl7pPr>
            <a:lvl8pPr marR="0" lvl="7" algn="l" rtl="0">
              <a:lnSpc>
                <a:spcPct val="104000"/>
              </a:lnSpc>
              <a:spcBef>
                <a:spcPts val="0"/>
              </a:spcBef>
              <a:spcAft>
                <a:spcPts val="0"/>
              </a:spcAft>
              <a:buClr>
                <a:srgbClr val="FEFEFE"/>
              </a:buClr>
              <a:buSzPts val="10000"/>
              <a:buFont typeface="Arial"/>
              <a:buNone/>
              <a:defRPr sz="10000" b="0" i="0" u="none" strike="noStrike" cap="none">
                <a:solidFill>
                  <a:srgbClr val="FEFEFE"/>
                </a:solidFill>
                <a:latin typeface="Arial"/>
                <a:ea typeface="Arial"/>
                <a:cs typeface="Arial"/>
                <a:sym typeface="Arial"/>
              </a:defRPr>
            </a:lvl8pPr>
            <a:lvl9pPr marR="0" lvl="8" algn="l" rtl="0">
              <a:lnSpc>
                <a:spcPct val="104000"/>
              </a:lnSpc>
              <a:spcBef>
                <a:spcPts val="0"/>
              </a:spcBef>
              <a:spcAft>
                <a:spcPts val="0"/>
              </a:spcAft>
              <a:buClr>
                <a:srgbClr val="FEFEFE"/>
              </a:buClr>
              <a:buSzPts val="10000"/>
              <a:buFont typeface="Arial"/>
              <a:buNone/>
              <a:defRPr sz="10000" b="0" i="0" u="none" strike="noStrike" cap="none">
                <a:solidFill>
                  <a:srgbClr val="FEFEFE"/>
                </a:solidFill>
                <a:latin typeface="Arial"/>
                <a:ea typeface="Arial"/>
                <a:cs typeface="Arial"/>
                <a:sym typeface="Arial"/>
              </a:defRPr>
            </a:lvl9pPr>
          </a:lstStyle>
          <a:p>
            <a:endParaRPr/>
          </a:p>
        </p:txBody>
      </p:sp>
      <p:sp>
        <p:nvSpPr>
          <p:cNvPr id="1032" name="Shape 1032"/>
          <p:cNvSpPr txBox="1">
            <a:spLocks noGrp="1"/>
          </p:cNvSpPr>
          <p:nvPr>
            <p:ph type="body" idx="1"/>
          </p:nvPr>
        </p:nvSpPr>
        <p:spPr>
          <a:xfrm>
            <a:off x="1345915" y="4545106"/>
            <a:ext cx="10452535" cy="4043697"/>
          </a:xfrm>
          <a:prstGeom prst="rect">
            <a:avLst/>
          </a:prstGeom>
          <a:noFill/>
          <a:ln>
            <a:noFill/>
          </a:ln>
        </p:spPr>
        <p:txBody>
          <a:bodyPr spcFirstLastPara="1" wrap="square" lIns="91425" tIns="91425" rIns="91425" bIns="91425" anchor="t" anchorCtr="0"/>
          <a:lstStyle>
            <a:lvl1pPr marL="457200" marR="0" lvl="0" indent="-228600" algn="l" rtl="0">
              <a:lnSpc>
                <a:spcPct val="100000"/>
              </a:lnSpc>
              <a:spcBef>
                <a:spcPts val="600"/>
              </a:spcBef>
              <a:spcAft>
                <a:spcPts val="0"/>
              </a:spcAft>
              <a:buClr>
                <a:schemeClr val="accent1"/>
              </a:buClr>
              <a:buSzPts val="2600"/>
              <a:buFont typeface="Arial"/>
              <a:buNone/>
              <a:defRPr sz="2600" b="0" i="0" u="none" strike="noStrike" cap="none">
                <a:solidFill>
                  <a:schemeClr val="accent1"/>
                </a:solidFill>
                <a:latin typeface="Arial"/>
                <a:ea typeface="Arial"/>
                <a:cs typeface="Arial"/>
                <a:sym typeface="Arial"/>
              </a:defRPr>
            </a:lvl1pPr>
            <a:lvl2pPr marL="914400" marR="0" lvl="1" indent="-228600" algn="l" rtl="0">
              <a:lnSpc>
                <a:spcPct val="100000"/>
              </a:lnSpc>
              <a:spcBef>
                <a:spcPts val="600"/>
              </a:spcBef>
              <a:spcAft>
                <a:spcPts val="0"/>
              </a:spcAft>
              <a:buClr>
                <a:schemeClr val="accent1"/>
              </a:buClr>
              <a:buSzPts val="2600"/>
              <a:buFont typeface="Arial"/>
              <a:buNone/>
              <a:defRPr sz="2600" b="0" i="0" u="none" strike="noStrike" cap="none">
                <a:solidFill>
                  <a:schemeClr val="accent1"/>
                </a:solidFill>
                <a:latin typeface="Arial"/>
                <a:ea typeface="Arial"/>
                <a:cs typeface="Arial"/>
                <a:sym typeface="Arial"/>
              </a:defRPr>
            </a:lvl2pPr>
            <a:lvl3pPr marL="1371600" marR="0" lvl="2" indent="-393700" algn="l" rtl="0">
              <a:lnSpc>
                <a:spcPct val="100000"/>
              </a:lnSpc>
              <a:spcBef>
                <a:spcPts val="600"/>
              </a:spcBef>
              <a:spcAft>
                <a:spcPts val="0"/>
              </a:spcAft>
              <a:buClr>
                <a:schemeClr val="accent1"/>
              </a:buClr>
              <a:buSzPts val="2600"/>
              <a:buFont typeface="Arial"/>
              <a:buChar char="•"/>
              <a:defRPr sz="2600" b="0" i="0" u="none" strike="noStrike" cap="none">
                <a:solidFill>
                  <a:schemeClr val="accent1"/>
                </a:solidFill>
                <a:latin typeface="Arial"/>
                <a:ea typeface="Arial"/>
                <a:cs typeface="Arial"/>
                <a:sym typeface="Arial"/>
              </a:defRPr>
            </a:lvl3pPr>
            <a:lvl4pPr marL="1828800" marR="0" lvl="3" indent="-393700" algn="l" rtl="0">
              <a:lnSpc>
                <a:spcPct val="100000"/>
              </a:lnSpc>
              <a:spcBef>
                <a:spcPts val="600"/>
              </a:spcBef>
              <a:spcAft>
                <a:spcPts val="0"/>
              </a:spcAft>
              <a:buClr>
                <a:schemeClr val="accent1"/>
              </a:buClr>
              <a:buSzPts val="2600"/>
              <a:buFont typeface="Arial"/>
              <a:buChar char="–"/>
              <a:defRPr sz="2600" b="0" i="0" u="none" strike="noStrike" cap="none">
                <a:solidFill>
                  <a:schemeClr val="accent1"/>
                </a:solidFill>
                <a:latin typeface="Arial"/>
                <a:ea typeface="Arial"/>
                <a:cs typeface="Arial"/>
                <a:sym typeface="Arial"/>
              </a:defRPr>
            </a:lvl4pPr>
            <a:lvl5pPr marL="2286000" marR="0" lvl="4" indent="-393700" algn="l" rtl="0">
              <a:lnSpc>
                <a:spcPct val="100000"/>
              </a:lnSpc>
              <a:spcBef>
                <a:spcPts val="600"/>
              </a:spcBef>
              <a:spcAft>
                <a:spcPts val="0"/>
              </a:spcAft>
              <a:buClr>
                <a:schemeClr val="accent1"/>
              </a:buClr>
              <a:buSzPts val="2600"/>
              <a:buFont typeface="Arial"/>
              <a:buAutoNum type="arabicPeriod"/>
              <a:defRPr sz="2600" b="0" i="0" u="none" strike="noStrike" cap="none">
                <a:solidFill>
                  <a:schemeClr val="accent1"/>
                </a:solidFill>
                <a:latin typeface="Arial"/>
                <a:ea typeface="Arial"/>
                <a:cs typeface="Arial"/>
                <a:sym typeface="Arial"/>
              </a:defRPr>
            </a:lvl5pPr>
            <a:lvl6pPr marL="2743200" marR="0" lvl="5" indent="-584200" algn="l" rtl="0">
              <a:lnSpc>
                <a:spcPct val="90000"/>
              </a:lnSpc>
              <a:spcBef>
                <a:spcPts val="2000"/>
              </a:spcBef>
              <a:spcAft>
                <a:spcPts val="0"/>
              </a:spcAft>
              <a:buClr>
                <a:srgbClr val="000000"/>
              </a:buClr>
              <a:buSzPts val="5600"/>
              <a:buFont typeface="Arial"/>
              <a:buChar char="•"/>
              <a:defRPr sz="5600" b="0" i="0" u="none" strike="noStrike" cap="none">
                <a:solidFill>
                  <a:srgbClr val="000000"/>
                </a:solidFill>
                <a:latin typeface="Arial"/>
                <a:ea typeface="Arial"/>
                <a:cs typeface="Arial"/>
                <a:sym typeface="Arial"/>
              </a:defRPr>
            </a:lvl6pPr>
            <a:lvl7pPr marL="3200400" marR="0" lvl="6" indent="-584200" algn="l" rtl="0">
              <a:lnSpc>
                <a:spcPct val="90000"/>
              </a:lnSpc>
              <a:spcBef>
                <a:spcPts val="2000"/>
              </a:spcBef>
              <a:spcAft>
                <a:spcPts val="0"/>
              </a:spcAft>
              <a:buClr>
                <a:srgbClr val="000000"/>
              </a:buClr>
              <a:buSzPts val="5600"/>
              <a:buFont typeface="Arial"/>
              <a:buChar char="•"/>
              <a:defRPr sz="5600" b="0" i="0" u="none" strike="noStrike" cap="none">
                <a:solidFill>
                  <a:srgbClr val="000000"/>
                </a:solidFill>
                <a:latin typeface="Arial"/>
                <a:ea typeface="Arial"/>
                <a:cs typeface="Arial"/>
                <a:sym typeface="Arial"/>
              </a:defRPr>
            </a:lvl7pPr>
            <a:lvl8pPr marL="3657600" marR="0" lvl="7" indent="-584200" algn="l" rtl="0">
              <a:lnSpc>
                <a:spcPct val="90000"/>
              </a:lnSpc>
              <a:spcBef>
                <a:spcPts val="2000"/>
              </a:spcBef>
              <a:spcAft>
                <a:spcPts val="0"/>
              </a:spcAft>
              <a:buClr>
                <a:srgbClr val="000000"/>
              </a:buClr>
              <a:buSzPts val="5600"/>
              <a:buFont typeface="Arial"/>
              <a:buChar char="•"/>
              <a:defRPr sz="5600" b="0" i="0" u="none" strike="noStrike" cap="none">
                <a:solidFill>
                  <a:srgbClr val="000000"/>
                </a:solidFill>
                <a:latin typeface="Arial"/>
                <a:ea typeface="Arial"/>
                <a:cs typeface="Arial"/>
                <a:sym typeface="Arial"/>
              </a:defRPr>
            </a:lvl8pPr>
            <a:lvl9pPr marL="4114800" marR="0" lvl="8" indent="-584200" algn="l" rtl="0">
              <a:lnSpc>
                <a:spcPct val="90000"/>
              </a:lnSpc>
              <a:spcBef>
                <a:spcPts val="2000"/>
              </a:spcBef>
              <a:spcAft>
                <a:spcPts val="0"/>
              </a:spcAft>
              <a:buClr>
                <a:srgbClr val="000000"/>
              </a:buClr>
              <a:buSzPts val="5600"/>
              <a:buFont typeface="Arial"/>
              <a:buChar char="•"/>
              <a:defRPr sz="5600" b="0" i="0" u="none" strike="noStrike" cap="none">
                <a:solidFill>
                  <a:srgbClr val="000000"/>
                </a:solidFill>
                <a:latin typeface="Arial"/>
                <a:ea typeface="Arial"/>
                <a:cs typeface="Arial"/>
                <a:sym typeface="Arial"/>
              </a:defRPr>
            </a:lvl9pPr>
          </a:lstStyle>
          <a:p>
            <a:endParaRPr/>
          </a:p>
        </p:txBody>
      </p:sp>
      <p:sp>
        <p:nvSpPr>
          <p:cNvPr id="1033" name="Shape 1033"/>
          <p:cNvSpPr txBox="1">
            <a:spLocks noGrp="1"/>
          </p:cNvSpPr>
          <p:nvPr>
            <p:ph type="sldNum" idx="12"/>
          </p:nvPr>
        </p:nvSpPr>
        <p:spPr>
          <a:xfrm>
            <a:off x="17474063" y="12481869"/>
            <a:ext cx="5689230" cy="461665"/>
          </a:xfrm>
          <a:prstGeom prst="rect">
            <a:avLst/>
          </a:prstGeom>
          <a:noFill/>
          <a:ln>
            <a:noFill/>
          </a:ln>
        </p:spPr>
        <p:txBody>
          <a:bodyPr spcFirstLastPara="1" wrap="square" lIns="45700" tIns="45700" rIns="45700" bIns="45700" anchor="ctr" anchorCtr="0">
            <a:noAutofit/>
          </a:bodyPr>
          <a:lstStyle>
            <a:lvl1pPr marL="0" marR="0" lvl="0" indent="0" algn="r" rtl="0">
              <a:spcBef>
                <a:spcPts val="0"/>
              </a:spcBef>
              <a:buNone/>
              <a:defRPr sz="2400">
                <a:solidFill>
                  <a:srgbClr val="888888"/>
                </a:solidFill>
                <a:latin typeface="Helvetica Neue"/>
                <a:ea typeface="Helvetica Neue"/>
                <a:cs typeface="Helvetica Neue"/>
                <a:sym typeface="Helvetica Neue"/>
              </a:defRPr>
            </a:lvl1pPr>
            <a:lvl2pPr marL="0" marR="0" lvl="1" indent="0" algn="r" rtl="0">
              <a:spcBef>
                <a:spcPts val="0"/>
              </a:spcBef>
              <a:buNone/>
              <a:defRPr sz="2400">
                <a:solidFill>
                  <a:srgbClr val="888888"/>
                </a:solidFill>
                <a:latin typeface="Helvetica Neue"/>
                <a:ea typeface="Helvetica Neue"/>
                <a:cs typeface="Helvetica Neue"/>
                <a:sym typeface="Helvetica Neue"/>
              </a:defRPr>
            </a:lvl2pPr>
            <a:lvl3pPr marL="0" marR="0" lvl="2" indent="0" algn="r" rtl="0">
              <a:spcBef>
                <a:spcPts val="0"/>
              </a:spcBef>
              <a:buNone/>
              <a:defRPr sz="2400">
                <a:solidFill>
                  <a:srgbClr val="888888"/>
                </a:solidFill>
                <a:latin typeface="Helvetica Neue"/>
                <a:ea typeface="Helvetica Neue"/>
                <a:cs typeface="Helvetica Neue"/>
                <a:sym typeface="Helvetica Neue"/>
              </a:defRPr>
            </a:lvl3pPr>
            <a:lvl4pPr marL="0" marR="0" lvl="3" indent="0" algn="r" rtl="0">
              <a:spcBef>
                <a:spcPts val="0"/>
              </a:spcBef>
              <a:buNone/>
              <a:defRPr sz="2400">
                <a:solidFill>
                  <a:srgbClr val="888888"/>
                </a:solidFill>
                <a:latin typeface="Helvetica Neue"/>
                <a:ea typeface="Helvetica Neue"/>
                <a:cs typeface="Helvetica Neue"/>
                <a:sym typeface="Helvetica Neue"/>
              </a:defRPr>
            </a:lvl4pPr>
            <a:lvl5pPr marL="0" marR="0" lvl="4" indent="0" algn="r" rtl="0">
              <a:spcBef>
                <a:spcPts val="0"/>
              </a:spcBef>
              <a:buNone/>
              <a:defRPr sz="2400">
                <a:solidFill>
                  <a:srgbClr val="888888"/>
                </a:solidFill>
                <a:latin typeface="Helvetica Neue"/>
                <a:ea typeface="Helvetica Neue"/>
                <a:cs typeface="Helvetica Neue"/>
                <a:sym typeface="Helvetica Neue"/>
              </a:defRPr>
            </a:lvl5pPr>
            <a:lvl6pPr marL="0" marR="0" lvl="5" indent="0" algn="r" rtl="0">
              <a:spcBef>
                <a:spcPts val="0"/>
              </a:spcBef>
              <a:buNone/>
              <a:defRPr sz="2400">
                <a:solidFill>
                  <a:srgbClr val="888888"/>
                </a:solidFill>
                <a:latin typeface="Helvetica Neue"/>
                <a:ea typeface="Helvetica Neue"/>
                <a:cs typeface="Helvetica Neue"/>
                <a:sym typeface="Helvetica Neue"/>
              </a:defRPr>
            </a:lvl6pPr>
            <a:lvl7pPr marL="0" marR="0" lvl="6" indent="0" algn="r" rtl="0">
              <a:spcBef>
                <a:spcPts val="0"/>
              </a:spcBef>
              <a:buNone/>
              <a:defRPr sz="2400">
                <a:solidFill>
                  <a:srgbClr val="888888"/>
                </a:solidFill>
                <a:latin typeface="Helvetica Neue"/>
                <a:ea typeface="Helvetica Neue"/>
                <a:cs typeface="Helvetica Neue"/>
                <a:sym typeface="Helvetica Neue"/>
              </a:defRPr>
            </a:lvl7pPr>
            <a:lvl8pPr marL="0" marR="0" lvl="7" indent="0" algn="r" rtl="0">
              <a:spcBef>
                <a:spcPts val="0"/>
              </a:spcBef>
              <a:buNone/>
              <a:defRPr sz="2400">
                <a:solidFill>
                  <a:srgbClr val="888888"/>
                </a:solidFill>
                <a:latin typeface="Helvetica Neue"/>
                <a:ea typeface="Helvetica Neue"/>
                <a:cs typeface="Helvetica Neue"/>
                <a:sym typeface="Helvetica Neue"/>
              </a:defRPr>
            </a:lvl8pPr>
            <a:lvl9pPr marL="0" marR="0" lvl="8" indent="0" algn="r" rtl="0">
              <a:spcBef>
                <a:spcPts val="0"/>
              </a:spcBef>
              <a:buNone/>
              <a:defRPr sz="2400">
                <a:solidFill>
                  <a:srgbClr val="888888"/>
                </a:solidFill>
                <a:latin typeface="Helvetica Neue"/>
                <a:ea typeface="Helvetica Neue"/>
                <a:cs typeface="Helvetica Neue"/>
                <a:sym typeface="Helvetica Neue"/>
              </a:defRPr>
            </a:lvl9pPr>
          </a:lstStyle>
          <a:p>
            <a:pPr marL="0" lvl="0" indent="0">
              <a:spcBef>
                <a:spcPts val="0"/>
              </a:spcBef>
              <a:spcAft>
                <a:spcPts val="0"/>
              </a:spcAft>
              <a:buNone/>
            </a:pPr>
            <a:fld id="{00000000-1234-1234-1234-123412341234}" type="slidenum">
              <a:rPr lang="en-AU"/>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matchingName="Title and large text">
  <p:cSld name="Title and large text">
    <p:bg>
      <p:bgPr>
        <a:solidFill>
          <a:srgbClr val="FEFEFE"/>
        </a:solidFill>
        <a:effectLst/>
      </p:bgPr>
    </p:bg>
    <p:spTree>
      <p:nvGrpSpPr>
        <p:cNvPr id="1" name="Shape 1034"/>
        <p:cNvGrpSpPr/>
        <p:nvPr/>
      </p:nvGrpSpPr>
      <p:grpSpPr>
        <a:xfrm>
          <a:off x="0" y="0"/>
          <a:ext cx="0" cy="0"/>
          <a:chOff x="0" y="0"/>
          <a:chExt cx="0" cy="0"/>
        </a:xfrm>
      </p:grpSpPr>
      <p:grpSp>
        <p:nvGrpSpPr>
          <p:cNvPr id="1035" name="Shape 1035"/>
          <p:cNvGrpSpPr/>
          <p:nvPr/>
        </p:nvGrpSpPr>
        <p:grpSpPr>
          <a:xfrm>
            <a:off x="863994" y="12153898"/>
            <a:ext cx="22911720" cy="1031877"/>
            <a:chOff x="0" y="-1"/>
            <a:chExt cx="22901274" cy="1031876"/>
          </a:xfrm>
        </p:grpSpPr>
        <p:sp>
          <p:nvSpPr>
            <p:cNvPr id="1036" name="Shape 1036"/>
            <p:cNvSpPr/>
            <p:nvPr/>
          </p:nvSpPr>
          <p:spPr>
            <a:xfrm>
              <a:off x="0" y="558800"/>
              <a:ext cx="117476" cy="11747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037" name="Shape 1037"/>
            <p:cNvSpPr/>
            <p:nvPr/>
          </p:nvSpPr>
          <p:spPr>
            <a:xfrm>
              <a:off x="127000" y="444500"/>
              <a:ext cx="117476" cy="11747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038" name="Shape 1038"/>
            <p:cNvSpPr/>
            <p:nvPr/>
          </p:nvSpPr>
          <p:spPr>
            <a:xfrm>
              <a:off x="355600" y="444500"/>
              <a:ext cx="117476" cy="11747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000000"/>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039" name="Shape 1039"/>
            <p:cNvSpPr/>
            <p:nvPr/>
          </p:nvSpPr>
          <p:spPr>
            <a:xfrm>
              <a:off x="355600" y="88899"/>
              <a:ext cx="117476" cy="117476"/>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000000"/>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040" name="Shape 1040"/>
            <p:cNvSpPr/>
            <p:nvPr/>
          </p:nvSpPr>
          <p:spPr>
            <a:xfrm>
              <a:off x="355600" y="-1"/>
              <a:ext cx="117476" cy="90489"/>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041" name="Shape 1041"/>
            <p:cNvSpPr/>
            <p:nvPr/>
          </p:nvSpPr>
          <p:spPr>
            <a:xfrm>
              <a:off x="482600" y="317500"/>
              <a:ext cx="117476" cy="11747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042" name="Shape 1042"/>
            <p:cNvSpPr/>
            <p:nvPr/>
          </p:nvSpPr>
          <p:spPr>
            <a:xfrm>
              <a:off x="482600" y="203200"/>
              <a:ext cx="117476" cy="11747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043" name="Shape 1043"/>
            <p:cNvSpPr/>
            <p:nvPr/>
          </p:nvSpPr>
          <p:spPr>
            <a:xfrm>
              <a:off x="482600" y="88899"/>
              <a:ext cx="117476" cy="117476"/>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044" name="Shape 1044"/>
            <p:cNvSpPr/>
            <p:nvPr/>
          </p:nvSpPr>
          <p:spPr>
            <a:xfrm>
              <a:off x="596900" y="317500"/>
              <a:ext cx="117476" cy="11747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000000"/>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045" name="Shape 1045"/>
            <p:cNvSpPr/>
            <p:nvPr/>
          </p:nvSpPr>
          <p:spPr>
            <a:xfrm>
              <a:off x="1422400" y="317500"/>
              <a:ext cx="117476" cy="11747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046" name="Shape 1046"/>
            <p:cNvSpPr/>
            <p:nvPr/>
          </p:nvSpPr>
          <p:spPr>
            <a:xfrm>
              <a:off x="1892300" y="800100"/>
              <a:ext cx="117476" cy="95251"/>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047" name="Shape 1047"/>
            <p:cNvSpPr/>
            <p:nvPr/>
          </p:nvSpPr>
          <p:spPr>
            <a:xfrm>
              <a:off x="3314700" y="558800"/>
              <a:ext cx="117476" cy="11747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048" name="Shape 1048"/>
            <p:cNvSpPr/>
            <p:nvPr/>
          </p:nvSpPr>
          <p:spPr>
            <a:xfrm>
              <a:off x="3441700" y="914400"/>
              <a:ext cx="117476" cy="11747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049" name="Shape 1049"/>
            <p:cNvSpPr/>
            <p:nvPr/>
          </p:nvSpPr>
          <p:spPr>
            <a:xfrm>
              <a:off x="3441700" y="673100"/>
              <a:ext cx="117476" cy="11747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050" name="Shape 1050"/>
            <p:cNvSpPr/>
            <p:nvPr/>
          </p:nvSpPr>
          <p:spPr>
            <a:xfrm>
              <a:off x="3441700" y="558800"/>
              <a:ext cx="117476" cy="11747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051" name="Shape 1051"/>
            <p:cNvSpPr/>
            <p:nvPr/>
          </p:nvSpPr>
          <p:spPr>
            <a:xfrm>
              <a:off x="3441700" y="88899"/>
              <a:ext cx="117476" cy="117476"/>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000000"/>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052" name="Shape 1052"/>
            <p:cNvSpPr/>
            <p:nvPr/>
          </p:nvSpPr>
          <p:spPr>
            <a:xfrm>
              <a:off x="3556000" y="800100"/>
              <a:ext cx="117476" cy="95251"/>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053" name="Shape 1053"/>
            <p:cNvSpPr/>
            <p:nvPr/>
          </p:nvSpPr>
          <p:spPr>
            <a:xfrm>
              <a:off x="3556000" y="673100"/>
              <a:ext cx="117476" cy="11747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000000"/>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054" name="Shape 1054"/>
            <p:cNvSpPr/>
            <p:nvPr/>
          </p:nvSpPr>
          <p:spPr>
            <a:xfrm>
              <a:off x="3556000" y="558800"/>
              <a:ext cx="117476" cy="11747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055" name="Shape 1055"/>
            <p:cNvSpPr/>
            <p:nvPr/>
          </p:nvSpPr>
          <p:spPr>
            <a:xfrm>
              <a:off x="4381500" y="317500"/>
              <a:ext cx="117476" cy="11747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056" name="Shape 1056"/>
            <p:cNvSpPr/>
            <p:nvPr/>
          </p:nvSpPr>
          <p:spPr>
            <a:xfrm>
              <a:off x="5092700" y="-1"/>
              <a:ext cx="117476" cy="90489"/>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057" name="Shape 1057"/>
            <p:cNvSpPr/>
            <p:nvPr/>
          </p:nvSpPr>
          <p:spPr>
            <a:xfrm>
              <a:off x="5219700" y="88899"/>
              <a:ext cx="117476" cy="117476"/>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058" name="Shape 1058"/>
            <p:cNvSpPr/>
            <p:nvPr/>
          </p:nvSpPr>
          <p:spPr>
            <a:xfrm>
              <a:off x="5575300" y="-1"/>
              <a:ext cx="117476" cy="90489"/>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000000"/>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059" name="Shape 1059"/>
            <p:cNvSpPr/>
            <p:nvPr/>
          </p:nvSpPr>
          <p:spPr>
            <a:xfrm>
              <a:off x="6159500" y="88899"/>
              <a:ext cx="117476" cy="117476"/>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060" name="Shape 1060"/>
            <p:cNvSpPr/>
            <p:nvPr/>
          </p:nvSpPr>
          <p:spPr>
            <a:xfrm>
              <a:off x="6273800" y="317500"/>
              <a:ext cx="117476" cy="11747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061" name="Shape 1061"/>
            <p:cNvSpPr/>
            <p:nvPr/>
          </p:nvSpPr>
          <p:spPr>
            <a:xfrm>
              <a:off x="6400800" y="317500"/>
              <a:ext cx="117476" cy="11747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000000"/>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062" name="Shape 1062"/>
            <p:cNvSpPr/>
            <p:nvPr/>
          </p:nvSpPr>
          <p:spPr>
            <a:xfrm>
              <a:off x="6515100" y="800100"/>
              <a:ext cx="117475" cy="95251"/>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063" name="Shape 1063"/>
            <p:cNvSpPr/>
            <p:nvPr/>
          </p:nvSpPr>
          <p:spPr>
            <a:xfrm>
              <a:off x="6756400" y="444500"/>
              <a:ext cx="117475" cy="11747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000000"/>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064" name="Shape 1064"/>
            <p:cNvSpPr/>
            <p:nvPr/>
          </p:nvSpPr>
          <p:spPr>
            <a:xfrm>
              <a:off x="6985000" y="800100"/>
              <a:ext cx="117475" cy="95251"/>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065" name="Shape 1065"/>
            <p:cNvSpPr/>
            <p:nvPr/>
          </p:nvSpPr>
          <p:spPr>
            <a:xfrm>
              <a:off x="7112000" y="558800"/>
              <a:ext cx="117475" cy="11747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000000"/>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066" name="Shape 1066"/>
            <p:cNvSpPr/>
            <p:nvPr/>
          </p:nvSpPr>
          <p:spPr>
            <a:xfrm>
              <a:off x="7340600" y="88899"/>
              <a:ext cx="117475" cy="117476"/>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067" name="Shape 1067"/>
            <p:cNvSpPr/>
            <p:nvPr/>
          </p:nvSpPr>
          <p:spPr>
            <a:xfrm>
              <a:off x="8407400" y="673100"/>
              <a:ext cx="117475" cy="11747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068" name="Shape 1068"/>
            <p:cNvSpPr/>
            <p:nvPr/>
          </p:nvSpPr>
          <p:spPr>
            <a:xfrm>
              <a:off x="8407400" y="-1"/>
              <a:ext cx="117475" cy="90489"/>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000000"/>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069" name="Shape 1069"/>
            <p:cNvSpPr/>
            <p:nvPr/>
          </p:nvSpPr>
          <p:spPr>
            <a:xfrm>
              <a:off x="8534400" y="88899"/>
              <a:ext cx="117475" cy="117476"/>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070" name="Shape 1070"/>
            <p:cNvSpPr/>
            <p:nvPr/>
          </p:nvSpPr>
          <p:spPr>
            <a:xfrm>
              <a:off x="8648700" y="-1"/>
              <a:ext cx="117475" cy="90489"/>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071" name="Shape 1071"/>
            <p:cNvSpPr/>
            <p:nvPr/>
          </p:nvSpPr>
          <p:spPr>
            <a:xfrm>
              <a:off x="8763000" y="203200"/>
              <a:ext cx="117475" cy="11747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072" name="Shape 1072"/>
            <p:cNvSpPr/>
            <p:nvPr/>
          </p:nvSpPr>
          <p:spPr>
            <a:xfrm>
              <a:off x="8763000" y="88899"/>
              <a:ext cx="117475" cy="117476"/>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000000"/>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073" name="Shape 1073"/>
            <p:cNvSpPr/>
            <p:nvPr/>
          </p:nvSpPr>
          <p:spPr>
            <a:xfrm>
              <a:off x="8890000" y="558800"/>
              <a:ext cx="117475" cy="11747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000000"/>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074" name="Shape 1074"/>
            <p:cNvSpPr/>
            <p:nvPr/>
          </p:nvSpPr>
          <p:spPr>
            <a:xfrm>
              <a:off x="8890000" y="203200"/>
              <a:ext cx="117475" cy="11747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075" name="Shape 1075"/>
            <p:cNvSpPr/>
            <p:nvPr/>
          </p:nvSpPr>
          <p:spPr>
            <a:xfrm>
              <a:off x="8890000" y="88899"/>
              <a:ext cx="117475" cy="117476"/>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076" name="Shape 1076"/>
            <p:cNvSpPr/>
            <p:nvPr/>
          </p:nvSpPr>
          <p:spPr>
            <a:xfrm>
              <a:off x="9004300" y="-1"/>
              <a:ext cx="117475" cy="90489"/>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000000"/>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077" name="Shape 1077"/>
            <p:cNvSpPr/>
            <p:nvPr/>
          </p:nvSpPr>
          <p:spPr>
            <a:xfrm>
              <a:off x="9118600" y="444500"/>
              <a:ext cx="117475" cy="11747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078" name="Shape 1078"/>
            <p:cNvSpPr/>
            <p:nvPr/>
          </p:nvSpPr>
          <p:spPr>
            <a:xfrm>
              <a:off x="9118600" y="203200"/>
              <a:ext cx="117475" cy="11747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079" name="Shape 1079"/>
            <p:cNvSpPr/>
            <p:nvPr/>
          </p:nvSpPr>
          <p:spPr>
            <a:xfrm>
              <a:off x="9245600" y="914400"/>
              <a:ext cx="117475" cy="11747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000000"/>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080" name="Shape 1080"/>
            <p:cNvSpPr/>
            <p:nvPr/>
          </p:nvSpPr>
          <p:spPr>
            <a:xfrm>
              <a:off x="9359900" y="558800"/>
              <a:ext cx="117475" cy="11747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081" name="Shape 1081"/>
            <p:cNvSpPr/>
            <p:nvPr/>
          </p:nvSpPr>
          <p:spPr>
            <a:xfrm>
              <a:off x="9474200" y="673100"/>
              <a:ext cx="117475" cy="11747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082" name="Shape 1082"/>
            <p:cNvSpPr/>
            <p:nvPr/>
          </p:nvSpPr>
          <p:spPr>
            <a:xfrm>
              <a:off x="9474200" y="558800"/>
              <a:ext cx="117475" cy="11747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000000"/>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083" name="Shape 1083"/>
            <p:cNvSpPr/>
            <p:nvPr/>
          </p:nvSpPr>
          <p:spPr>
            <a:xfrm>
              <a:off x="9715500" y="914400"/>
              <a:ext cx="117475" cy="11747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000000"/>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084" name="Shape 1084"/>
            <p:cNvSpPr/>
            <p:nvPr/>
          </p:nvSpPr>
          <p:spPr>
            <a:xfrm>
              <a:off x="9715500" y="800100"/>
              <a:ext cx="117475" cy="95251"/>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085" name="Shape 1085"/>
            <p:cNvSpPr/>
            <p:nvPr/>
          </p:nvSpPr>
          <p:spPr>
            <a:xfrm>
              <a:off x="9829800" y="800100"/>
              <a:ext cx="117475" cy="95251"/>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086" name="Shape 1086"/>
            <p:cNvSpPr/>
            <p:nvPr/>
          </p:nvSpPr>
          <p:spPr>
            <a:xfrm>
              <a:off x="9829800" y="558800"/>
              <a:ext cx="117475" cy="11747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000000"/>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087" name="Shape 1087"/>
            <p:cNvSpPr/>
            <p:nvPr/>
          </p:nvSpPr>
          <p:spPr>
            <a:xfrm>
              <a:off x="9956800" y="914400"/>
              <a:ext cx="117475" cy="11747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000000"/>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088" name="Shape 1088"/>
            <p:cNvSpPr/>
            <p:nvPr/>
          </p:nvSpPr>
          <p:spPr>
            <a:xfrm>
              <a:off x="9956800" y="800100"/>
              <a:ext cx="117475" cy="95251"/>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000000"/>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089" name="Shape 1089"/>
            <p:cNvSpPr/>
            <p:nvPr/>
          </p:nvSpPr>
          <p:spPr>
            <a:xfrm>
              <a:off x="9956800" y="673100"/>
              <a:ext cx="117475" cy="11747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000000"/>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090" name="Shape 1090"/>
            <p:cNvSpPr/>
            <p:nvPr/>
          </p:nvSpPr>
          <p:spPr>
            <a:xfrm>
              <a:off x="9956800" y="558800"/>
              <a:ext cx="117475" cy="11747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091" name="Shape 1091"/>
            <p:cNvSpPr/>
            <p:nvPr/>
          </p:nvSpPr>
          <p:spPr>
            <a:xfrm>
              <a:off x="10071100" y="914400"/>
              <a:ext cx="117475" cy="11747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092" name="Shape 1092"/>
            <p:cNvSpPr/>
            <p:nvPr/>
          </p:nvSpPr>
          <p:spPr>
            <a:xfrm>
              <a:off x="10071100" y="673100"/>
              <a:ext cx="117475" cy="11747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093" name="Shape 1093"/>
            <p:cNvSpPr/>
            <p:nvPr/>
          </p:nvSpPr>
          <p:spPr>
            <a:xfrm>
              <a:off x="10071100" y="444500"/>
              <a:ext cx="117475" cy="11747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094" name="Shape 1094"/>
            <p:cNvSpPr/>
            <p:nvPr/>
          </p:nvSpPr>
          <p:spPr>
            <a:xfrm>
              <a:off x="10185400" y="317500"/>
              <a:ext cx="117475" cy="11747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095" name="Shape 1095"/>
            <p:cNvSpPr/>
            <p:nvPr/>
          </p:nvSpPr>
          <p:spPr>
            <a:xfrm>
              <a:off x="10312400" y="444500"/>
              <a:ext cx="117475" cy="11747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000000"/>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096" name="Shape 1096"/>
            <p:cNvSpPr/>
            <p:nvPr/>
          </p:nvSpPr>
          <p:spPr>
            <a:xfrm>
              <a:off x="10896600" y="88899"/>
              <a:ext cx="117475" cy="117476"/>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097" name="Shape 1097"/>
            <p:cNvSpPr/>
            <p:nvPr/>
          </p:nvSpPr>
          <p:spPr>
            <a:xfrm>
              <a:off x="10896600" y="-1"/>
              <a:ext cx="117475" cy="90489"/>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098" name="Shape 1098"/>
            <p:cNvSpPr/>
            <p:nvPr/>
          </p:nvSpPr>
          <p:spPr>
            <a:xfrm>
              <a:off x="11137900" y="914400"/>
              <a:ext cx="117475" cy="11747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099" name="Shape 1099"/>
            <p:cNvSpPr/>
            <p:nvPr/>
          </p:nvSpPr>
          <p:spPr>
            <a:xfrm>
              <a:off x="11137900" y="88899"/>
              <a:ext cx="117475" cy="117476"/>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000000"/>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100" name="Shape 1100"/>
            <p:cNvSpPr/>
            <p:nvPr/>
          </p:nvSpPr>
          <p:spPr>
            <a:xfrm>
              <a:off x="11252200" y="-1"/>
              <a:ext cx="117475" cy="90489"/>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101" name="Shape 1101"/>
            <p:cNvSpPr/>
            <p:nvPr/>
          </p:nvSpPr>
          <p:spPr>
            <a:xfrm>
              <a:off x="11366500" y="673100"/>
              <a:ext cx="117475" cy="11747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102" name="Shape 1102"/>
            <p:cNvSpPr/>
            <p:nvPr/>
          </p:nvSpPr>
          <p:spPr>
            <a:xfrm>
              <a:off x="11366500" y="203200"/>
              <a:ext cx="117475" cy="11747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000000"/>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103" name="Shape 1103"/>
            <p:cNvSpPr/>
            <p:nvPr/>
          </p:nvSpPr>
          <p:spPr>
            <a:xfrm>
              <a:off x="11493500" y="673100"/>
              <a:ext cx="117475" cy="11747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000000"/>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104" name="Shape 1104"/>
            <p:cNvSpPr/>
            <p:nvPr/>
          </p:nvSpPr>
          <p:spPr>
            <a:xfrm>
              <a:off x="11493500" y="558800"/>
              <a:ext cx="117475" cy="11747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105" name="Shape 1105"/>
            <p:cNvSpPr/>
            <p:nvPr/>
          </p:nvSpPr>
          <p:spPr>
            <a:xfrm>
              <a:off x="11493500" y="88899"/>
              <a:ext cx="117475" cy="117476"/>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106" name="Shape 1106"/>
            <p:cNvSpPr/>
            <p:nvPr/>
          </p:nvSpPr>
          <p:spPr>
            <a:xfrm>
              <a:off x="11607800" y="317500"/>
              <a:ext cx="117475" cy="11747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107" name="Shape 1107"/>
            <p:cNvSpPr/>
            <p:nvPr/>
          </p:nvSpPr>
          <p:spPr>
            <a:xfrm>
              <a:off x="11607800" y="-1"/>
              <a:ext cx="117475" cy="90489"/>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000000"/>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108" name="Shape 1108"/>
            <p:cNvSpPr/>
            <p:nvPr/>
          </p:nvSpPr>
          <p:spPr>
            <a:xfrm>
              <a:off x="11722100" y="558800"/>
              <a:ext cx="117475" cy="11747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000000"/>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109" name="Shape 1109"/>
            <p:cNvSpPr/>
            <p:nvPr/>
          </p:nvSpPr>
          <p:spPr>
            <a:xfrm>
              <a:off x="22783798" y="558800"/>
              <a:ext cx="117476" cy="117475"/>
            </a:xfrm>
            <a:custGeom>
              <a:avLst/>
              <a:gdLst/>
              <a:ahLst/>
              <a:cxnLst/>
              <a:rect l="0" t="0" r="0" b="0"/>
              <a:pathLst>
                <a:path w="21600" h="21600" extrusionOk="0">
                  <a:moveTo>
                    <a:pt x="21600" y="21600"/>
                  </a:moveTo>
                  <a:lnTo>
                    <a:pt x="0" y="21600"/>
                  </a:lnTo>
                  <a:lnTo>
                    <a:pt x="0" y="0"/>
                  </a:lnTo>
                  <a:lnTo>
                    <a:pt x="21600" y="0"/>
                  </a:lnTo>
                  <a:cubicBezTo>
                    <a:pt x="21600" y="0"/>
                    <a:pt x="21600" y="21600"/>
                    <a:pt x="2160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110" name="Shape 1110"/>
            <p:cNvSpPr/>
            <p:nvPr/>
          </p:nvSpPr>
          <p:spPr>
            <a:xfrm>
              <a:off x="22669498" y="914400"/>
              <a:ext cx="117476" cy="117475"/>
            </a:xfrm>
            <a:custGeom>
              <a:avLst/>
              <a:gdLst/>
              <a:ahLst/>
              <a:cxnLst/>
              <a:rect l="0" t="0" r="0" b="0"/>
              <a:pathLst>
                <a:path w="21600" h="21600" extrusionOk="0">
                  <a:moveTo>
                    <a:pt x="21600" y="21600"/>
                  </a:moveTo>
                  <a:lnTo>
                    <a:pt x="0" y="21600"/>
                  </a:lnTo>
                  <a:lnTo>
                    <a:pt x="0" y="0"/>
                  </a:lnTo>
                  <a:lnTo>
                    <a:pt x="21600" y="0"/>
                  </a:lnTo>
                  <a:cubicBezTo>
                    <a:pt x="21600" y="0"/>
                    <a:pt x="21600" y="21600"/>
                    <a:pt x="21600" y="2160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111" name="Shape 1111"/>
            <p:cNvSpPr/>
            <p:nvPr/>
          </p:nvSpPr>
          <p:spPr>
            <a:xfrm>
              <a:off x="22669498" y="673100"/>
              <a:ext cx="117476" cy="117475"/>
            </a:xfrm>
            <a:custGeom>
              <a:avLst/>
              <a:gdLst/>
              <a:ahLst/>
              <a:cxnLst/>
              <a:rect l="0" t="0" r="0" b="0"/>
              <a:pathLst>
                <a:path w="21600" h="21600" extrusionOk="0">
                  <a:moveTo>
                    <a:pt x="21600" y="21600"/>
                  </a:moveTo>
                  <a:lnTo>
                    <a:pt x="0" y="21600"/>
                  </a:lnTo>
                  <a:lnTo>
                    <a:pt x="0" y="0"/>
                  </a:lnTo>
                  <a:lnTo>
                    <a:pt x="21600" y="0"/>
                  </a:lnTo>
                  <a:cubicBezTo>
                    <a:pt x="21600" y="0"/>
                    <a:pt x="21600" y="21600"/>
                    <a:pt x="2160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112" name="Shape 1112"/>
            <p:cNvSpPr/>
            <p:nvPr/>
          </p:nvSpPr>
          <p:spPr>
            <a:xfrm>
              <a:off x="22669498" y="558800"/>
              <a:ext cx="117476" cy="117475"/>
            </a:xfrm>
            <a:custGeom>
              <a:avLst/>
              <a:gdLst/>
              <a:ahLst/>
              <a:cxnLst/>
              <a:rect l="0" t="0" r="0" b="0"/>
              <a:pathLst>
                <a:path w="21600" h="21600" extrusionOk="0">
                  <a:moveTo>
                    <a:pt x="21600" y="21600"/>
                  </a:moveTo>
                  <a:lnTo>
                    <a:pt x="0" y="21600"/>
                  </a:lnTo>
                  <a:lnTo>
                    <a:pt x="0" y="0"/>
                  </a:lnTo>
                  <a:lnTo>
                    <a:pt x="21600" y="0"/>
                  </a:lnTo>
                  <a:cubicBezTo>
                    <a:pt x="21600" y="0"/>
                    <a:pt x="21600" y="21600"/>
                    <a:pt x="21600" y="2160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113" name="Shape 1113"/>
            <p:cNvSpPr/>
            <p:nvPr/>
          </p:nvSpPr>
          <p:spPr>
            <a:xfrm>
              <a:off x="22669498" y="88899"/>
              <a:ext cx="117476" cy="117476"/>
            </a:xfrm>
            <a:custGeom>
              <a:avLst/>
              <a:gdLst/>
              <a:ahLst/>
              <a:cxnLst/>
              <a:rect l="0" t="0" r="0" b="0"/>
              <a:pathLst>
                <a:path w="21600" h="21600" extrusionOk="0">
                  <a:moveTo>
                    <a:pt x="21600" y="21600"/>
                  </a:moveTo>
                  <a:lnTo>
                    <a:pt x="0" y="21600"/>
                  </a:lnTo>
                  <a:lnTo>
                    <a:pt x="0" y="0"/>
                  </a:lnTo>
                  <a:lnTo>
                    <a:pt x="21600" y="0"/>
                  </a:lnTo>
                  <a:cubicBezTo>
                    <a:pt x="21600" y="0"/>
                    <a:pt x="21600" y="21600"/>
                    <a:pt x="21600" y="21600"/>
                  </a:cubicBezTo>
                  <a:close/>
                </a:path>
              </a:pathLst>
            </a:custGeom>
            <a:solidFill>
              <a:srgbClr val="000000"/>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114" name="Shape 1114"/>
            <p:cNvSpPr/>
            <p:nvPr/>
          </p:nvSpPr>
          <p:spPr>
            <a:xfrm>
              <a:off x="22555198" y="800100"/>
              <a:ext cx="117476" cy="95251"/>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115" name="Shape 1115"/>
            <p:cNvSpPr/>
            <p:nvPr/>
          </p:nvSpPr>
          <p:spPr>
            <a:xfrm>
              <a:off x="22555198" y="673100"/>
              <a:ext cx="117476" cy="117475"/>
            </a:xfrm>
            <a:custGeom>
              <a:avLst/>
              <a:gdLst/>
              <a:ahLst/>
              <a:cxnLst/>
              <a:rect l="0" t="0" r="0" b="0"/>
              <a:pathLst>
                <a:path w="21600" h="21600" extrusionOk="0">
                  <a:moveTo>
                    <a:pt x="21600" y="21600"/>
                  </a:moveTo>
                  <a:lnTo>
                    <a:pt x="0" y="21600"/>
                  </a:lnTo>
                  <a:lnTo>
                    <a:pt x="0" y="0"/>
                  </a:lnTo>
                  <a:lnTo>
                    <a:pt x="21600" y="0"/>
                  </a:lnTo>
                  <a:cubicBezTo>
                    <a:pt x="21600" y="0"/>
                    <a:pt x="21600" y="21600"/>
                    <a:pt x="21600" y="21600"/>
                  </a:cubicBezTo>
                  <a:close/>
                </a:path>
              </a:pathLst>
            </a:custGeom>
            <a:solidFill>
              <a:srgbClr val="000000"/>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116" name="Shape 1116"/>
            <p:cNvSpPr/>
            <p:nvPr/>
          </p:nvSpPr>
          <p:spPr>
            <a:xfrm>
              <a:off x="22555198" y="558800"/>
              <a:ext cx="117476" cy="117475"/>
            </a:xfrm>
            <a:custGeom>
              <a:avLst/>
              <a:gdLst/>
              <a:ahLst/>
              <a:cxnLst/>
              <a:rect l="0" t="0" r="0" b="0"/>
              <a:pathLst>
                <a:path w="21600" h="21600" extrusionOk="0">
                  <a:moveTo>
                    <a:pt x="21600" y="21600"/>
                  </a:moveTo>
                  <a:lnTo>
                    <a:pt x="0" y="21600"/>
                  </a:lnTo>
                  <a:lnTo>
                    <a:pt x="0" y="0"/>
                  </a:lnTo>
                  <a:lnTo>
                    <a:pt x="21600" y="0"/>
                  </a:lnTo>
                  <a:cubicBezTo>
                    <a:pt x="21600" y="0"/>
                    <a:pt x="21600" y="21600"/>
                    <a:pt x="21600" y="2160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117" name="Shape 1117"/>
            <p:cNvSpPr/>
            <p:nvPr/>
          </p:nvSpPr>
          <p:spPr>
            <a:xfrm>
              <a:off x="21716998" y="317500"/>
              <a:ext cx="117476" cy="117475"/>
            </a:xfrm>
            <a:custGeom>
              <a:avLst/>
              <a:gdLst/>
              <a:ahLst/>
              <a:cxnLst/>
              <a:rect l="0" t="0" r="0" b="0"/>
              <a:pathLst>
                <a:path w="21600" h="21600" extrusionOk="0">
                  <a:moveTo>
                    <a:pt x="21600" y="21600"/>
                  </a:moveTo>
                  <a:lnTo>
                    <a:pt x="0" y="21600"/>
                  </a:lnTo>
                  <a:lnTo>
                    <a:pt x="0" y="0"/>
                  </a:lnTo>
                  <a:lnTo>
                    <a:pt x="21600" y="0"/>
                  </a:lnTo>
                  <a:cubicBezTo>
                    <a:pt x="21600" y="0"/>
                    <a:pt x="21600" y="21600"/>
                    <a:pt x="21600" y="2160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118" name="Shape 1118"/>
            <p:cNvSpPr/>
            <p:nvPr/>
          </p:nvSpPr>
          <p:spPr>
            <a:xfrm>
              <a:off x="21005800" y="-1"/>
              <a:ext cx="117475" cy="90489"/>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119" name="Shape 1119"/>
            <p:cNvSpPr/>
            <p:nvPr/>
          </p:nvSpPr>
          <p:spPr>
            <a:xfrm>
              <a:off x="20891500" y="88899"/>
              <a:ext cx="117475" cy="117476"/>
            </a:xfrm>
            <a:custGeom>
              <a:avLst/>
              <a:gdLst/>
              <a:ahLst/>
              <a:cxnLst/>
              <a:rect l="0" t="0" r="0" b="0"/>
              <a:pathLst>
                <a:path w="21600" h="21600" extrusionOk="0">
                  <a:moveTo>
                    <a:pt x="21600" y="21600"/>
                  </a:moveTo>
                  <a:lnTo>
                    <a:pt x="0" y="21600"/>
                  </a:lnTo>
                  <a:lnTo>
                    <a:pt x="0" y="0"/>
                  </a:lnTo>
                  <a:lnTo>
                    <a:pt x="21600" y="0"/>
                  </a:lnTo>
                  <a:cubicBezTo>
                    <a:pt x="21600" y="0"/>
                    <a:pt x="21600" y="21600"/>
                    <a:pt x="21600" y="2160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120" name="Shape 1120"/>
            <p:cNvSpPr/>
            <p:nvPr/>
          </p:nvSpPr>
          <p:spPr>
            <a:xfrm>
              <a:off x="20535900" y="-1"/>
              <a:ext cx="117475" cy="90489"/>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000000"/>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121" name="Shape 1121"/>
            <p:cNvSpPr/>
            <p:nvPr/>
          </p:nvSpPr>
          <p:spPr>
            <a:xfrm>
              <a:off x="13398500" y="558800"/>
              <a:ext cx="117475" cy="11747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122" name="Shape 1122"/>
            <p:cNvSpPr/>
            <p:nvPr/>
          </p:nvSpPr>
          <p:spPr>
            <a:xfrm>
              <a:off x="13525500" y="444500"/>
              <a:ext cx="117475" cy="11747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123" name="Shape 1123"/>
            <p:cNvSpPr/>
            <p:nvPr/>
          </p:nvSpPr>
          <p:spPr>
            <a:xfrm>
              <a:off x="13754100" y="444500"/>
              <a:ext cx="117475" cy="11747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000000"/>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124" name="Shape 1124"/>
            <p:cNvSpPr/>
            <p:nvPr/>
          </p:nvSpPr>
          <p:spPr>
            <a:xfrm>
              <a:off x="13754100" y="88899"/>
              <a:ext cx="117475" cy="117476"/>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000000"/>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125" name="Shape 1125"/>
            <p:cNvSpPr/>
            <p:nvPr/>
          </p:nvSpPr>
          <p:spPr>
            <a:xfrm>
              <a:off x="13754100" y="-1"/>
              <a:ext cx="117475" cy="90489"/>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126" name="Shape 1126"/>
            <p:cNvSpPr/>
            <p:nvPr/>
          </p:nvSpPr>
          <p:spPr>
            <a:xfrm>
              <a:off x="13881100" y="317500"/>
              <a:ext cx="117475" cy="11747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127" name="Shape 1127"/>
            <p:cNvSpPr/>
            <p:nvPr/>
          </p:nvSpPr>
          <p:spPr>
            <a:xfrm>
              <a:off x="13881100" y="203200"/>
              <a:ext cx="117475" cy="11747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128" name="Shape 1128"/>
            <p:cNvSpPr/>
            <p:nvPr/>
          </p:nvSpPr>
          <p:spPr>
            <a:xfrm>
              <a:off x="13881100" y="88899"/>
              <a:ext cx="117475" cy="117476"/>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129" name="Shape 1129"/>
            <p:cNvSpPr/>
            <p:nvPr/>
          </p:nvSpPr>
          <p:spPr>
            <a:xfrm>
              <a:off x="13995400" y="317500"/>
              <a:ext cx="117475" cy="11747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000000"/>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130" name="Shape 1130"/>
            <p:cNvSpPr/>
            <p:nvPr/>
          </p:nvSpPr>
          <p:spPr>
            <a:xfrm>
              <a:off x="14820900" y="317500"/>
              <a:ext cx="117475" cy="11747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131" name="Shape 1131"/>
            <p:cNvSpPr/>
            <p:nvPr/>
          </p:nvSpPr>
          <p:spPr>
            <a:xfrm>
              <a:off x="15290800" y="800100"/>
              <a:ext cx="117475" cy="95251"/>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132" name="Shape 1132"/>
            <p:cNvSpPr/>
            <p:nvPr/>
          </p:nvSpPr>
          <p:spPr>
            <a:xfrm>
              <a:off x="16713200" y="558800"/>
              <a:ext cx="117475" cy="11747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133" name="Shape 1133"/>
            <p:cNvSpPr/>
            <p:nvPr/>
          </p:nvSpPr>
          <p:spPr>
            <a:xfrm>
              <a:off x="16840200" y="914400"/>
              <a:ext cx="117475" cy="11747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134" name="Shape 1134"/>
            <p:cNvSpPr/>
            <p:nvPr/>
          </p:nvSpPr>
          <p:spPr>
            <a:xfrm>
              <a:off x="16840200" y="673100"/>
              <a:ext cx="117475" cy="11747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135" name="Shape 1135"/>
            <p:cNvSpPr/>
            <p:nvPr/>
          </p:nvSpPr>
          <p:spPr>
            <a:xfrm>
              <a:off x="16840200" y="558800"/>
              <a:ext cx="117475" cy="11747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136" name="Shape 1136"/>
            <p:cNvSpPr/>
            <p:nvPr/>
          </p:nvSpPr>
          <p:spPr>
            <a:xfrm>
              <a:off x="16840200" y="88899"/>
              <a:ext cx="117475" cy="117476"/>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000000"/>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137" name="Shape 1137"/>
            <p:cNvSpPr/>
            <p:nvPr/>
          </p:nvSpPr>
          <p:spPr>
            <a:xfrm>
              <a:off x="16954500" y="800100"/>
              <a:ext cx="117475" cy="95251"/>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138" name="Shape 1138"/>
            <p:cNvSpPr/>
            <p:nvPr/>
          </p:nvSpPr>
          <p:spPr>
            <a:xfrm>
              <a:off x="16954500" y="673100"/>
              <a:ext cx="117475" cy="11747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000000"/>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139" name="Shape 1139"/>
            <p:cNvSpPr/>
            <p:nvPr/>
          </p:nvSpPr>
          <p:spPr>
            <a:xfrm>
              <a:off x="16954500" y="558800"/>
              <a:ext cx="117475" cy="11747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140" name="Shape 1140"/>
            <p:cNvSpPr/>
            <p:nvPr/>
          </p:nvSpPr>
          <p:spPr>
            <a:xfrm>
              <a:off x="17780000" y="317500"/>
              <a:ext cx="117475" cy="11747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141" name="Shape 1141"/>
            <p:cNvSpPr/>
            <p:nvPr/>
          </p:nvSpPr>
          <p:spPr>
            <a:xfrm>
              <a:off x="18491200" y="-1"/>
              <a:ext cx="117475" cy="90489"/>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142" name="Shape 1142"/>
            <p:cNvSpPr/>
            <p:nvPr/>
          </p:nvSpPr>
          <p:spPr>
            <a:xfrm>
              <a:off x="18605500" y="88899"/>
              <a:ext cx="117475" cy="117476"/>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143" name="Shape 1143"/>
            <p:cNvSpPr/>
            <p:nvPr/>
          </p:nvSpPr>
          <p:spPr>
            <a:xfrm>
              <a:off x="18961100" y="-1"/>
              <a:ext cx="117475" cy="90489"/>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000000"/>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grpSp>
      <p:sp>
        <p:nvSpPr>
          <p:cNvPr id="1144" name="Shape 1144"/>
          <p:cNvSpPr/>
          <p:nvPr/>
        </p:nvSpPr>
        <p:spPr>
          <a:xfrm>
            <a:off x="686113" y="685800"/>
            <a:ext cx="22991502" cy="537882"/>
          </a:xfrm>
          <a:prstGeom prst="roundRect">
            <a:avLst>
              <a:gd name="adj" fmla="val 50000"/>
            </a:avLst>
          </a:prstGeom>
          <a:solidFill>
            <a:schemeClr val="accent1"/>
          </a:solidFill>
          <a:ln>
            <a:noFill/>
          </a:ln>
        </p:spPr>
        <p:txBody>
          <a:bodyPr spcFirstLastPara="1" wrap="square" lIns="45700" tIns="45700" rIns="45700" bIns="45700" anchor="ctr" anchorCtr="0">
            <a:noAutofit/>
          </a:bodyPr>
          <a:lstStyle/>
          <a:p>
            <a:pPr marL="0" marR="0" lvl="0" indent="0" algn="ctr"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145" name="Shape 1145"/>
          <p:cNvSpPr txBox="1"/>
          <p:nvPr/>
        </p:nvSpPr>
        <p:spPr>
          <a:xfrm>
            <a:off x="21010370" y="847019"/>
            <a:ext cx="2343808" cy="215444"/>
          </a:xfrm>
          <a:prstGeom prst="rect">
            <a:avLst/>
          </a:prstGeom>
          <a:noFill/>
          <a:ln>
            <a:noFill/>
          </a:ln>
        </p:spPr>
        <p:txBody>
          <a:bodyPr spcFirstLastPara="1" wrap="square" lIns="0" tIns="0" rIns="0" bIns="0" anchor="t" anchorCtr="0">
            <a:noAutofit/>
          </a:bodyPr>
          <a:lstStyle/>
          <a:p>
            <a:pPr marL="0" marR="0" lvl="0" indent="0" algn="r" rtl="0">
              <a:spcBef>
                <a:spcPts val="0"/>
              </a:spcBef>
              <a:spcAft>
                <a:spcPts val="0"/>
              </a:spcAft>
              <a:buNone/>
            </a:pPr>
            <a:r>
              <a:rPr lang="en-AU" sz="1400">
                <a:solidFill>
                  <a:srgbClr val="FEFEFE"/>
                </a:solidFill>
                <a:latin typeface="Helvetica Neue"/>
                <a:ea typeface="Helvetica Neue"/>
                <a:cs typeface="Helvetica Neue"/>
                <a:sym typeface="Helvetica Neue"/>
              </a:rPr>
              <a:t>‹#›</a:t>
            </a:r>
            <a:endParaRPr/>
          </a:p>
        </p:txBody>
      </p:sp>
      <p:sp>
        <p:nvSpPr>
          <p:cNvPr id="1146" name="Shape 1146"/>
          <p:cNvSpPr txBox="1">
            <a:spLocks noGrp="1"/>
          </p:cNvSpPr>
          <p:nvPr>
            <p:ph type="title"/>
          </p:nvPr>
        </p:nvSpPr>
        <p:spPr>
          <a:xfrm>
            <a:off x="1345915" y="2411885"/>
            <a:ext cx="10452535" cy="2328769"/>
          </a:xfrm>
          <a:prstGeom prst="rect">
            <a:avLst/>
          </a:prstGeom>
          <a:noFill/>
          <a:ln>
            <a:noFill/>
          </a:ln>
        </p:spPr>
        <p:txBody>
          <a:bodyPr spcFirstLastPara="1" wrap="square" lIns="91425" tIns="91425" rIns="91425" bIns="91425" anchor="t" anchorCtr="0"/>
          <a:lstStyle>
            <a:lvl1pPr marR="0" lvl="0" algn="l" rtl="0">
              <a:lnSpc>
                <a:spcPct val="110000"/>
              </a:lnSpc>
              <a:spcBef>
                <a:spcPts val="0"/>
              </a:spcBef>
              <a:spcAft>
                <a:spcPts val="0"/>
              </a:spcAft>
              <a:buClr>
                <a:schemeClr val="accent1"/>
              </a:buClr>
              <a:buSzPts val="6000"/>
              <a:buFont typeface="Arial"/>
              <a:buNone/>
              <a:defRPr sz="6000" b="0" i="0" u="none" strike="noStrike" cap="none">
                <a:solidFill>
                  <a:schemeClr val="accent1"/>
                </a:solidFill>
                <a:latin typeface="Arial"/>
                <a:ea typeface="Arial"/>
                <a:cs typeface="Arial"/>
                <a:sym typeface="Arial"/>
              </a:defRPr>
            </a:lvl1pPr>
            <a:lvl2pPr marR="0" lvl="1" algn="l" rtl="0">
              <a:lnSpc>
                <a:spcPct val="104000"/>
              </a:lnSpc>
              <a:spcBef>
                <a:spcPts val="0"/>
              </a:spcBef>
              <a:spcAft>
                <a:spcPts val="0"/>
              </a:spcAft>
              <a:buClr>
                <a:srgbClr val="FEFEFE"/>
              </a:buClr>
              <a:buSzPts val="10000"/>
              <a:buFont typeface="Arial"/>
              <a:buNone/>
              <a:defRPr sz="10000" b="0" i="0" u="none" strike="noStrike" cap="none">
                <a:solidFill>
                  <a:srgbClr val="FEFEFE"/>
                </a:solidFill>
                <a:latin typeface="Arial"/>
                <a:ea typeface="Arial"/>
                <a:cs typeface="Arial"/>
                <a:sym typeface="Arial"/>
              </a:defRPr>
            </a:lvl2pPr>
            <a:lvl3pPr marR="0" lvl="2" algn="l" rtl="0">
              <a:lnSpc>
                <a:spcPct val="104000"/>
              </a:lnSpc>
              <a:spcBef>
                <a:spcPts val="0"/>
              </a:spcBef>
              <a:spcAft>
                <a:spcPts val="0"/>
              </a:spcAft>
              <a:buClr>
                <a:srgbClr val="FEFEFE"/>
              </a:buClr>
              <a:buSzPts val="10000"/>
              <a:buFont typeface="Arial"/>
              <a:buNone/>
              <a:defRPr sz="10000" b="0" i="0" u="none" strike="noStrike" cap="none">
                <a:solidFill>
                  <a:srgbClr val="FEFEFE"/>
                </a:solidFill>
                <a:latin typeface="Arial"/>
                <a:ea typeface="Arial"/>
                <a:cs typeface="Arial"/>
                <a:sym typeface="Arial"/>
              </a:defRPr>
            </a:lvl3pPr>
            <a:lvl4pPr marR="0" lvl="3" algn="l" rtl="0">
              <a:lnSpc>
                <a:spcPct val="104000"/>
              </a:lnSpc>
              <a:spcBef>
                <a:spcPts val="0"/>
              </a:spcBef>
              <a:spcAft>
                <a:spcPts val="0"/>
              </a:spcAft>
              <a:buClr>
                <a:srgbClr val="FEFEFE"/>
              </a:buClr>
              <a:buSzPts val="10000"/>
              <a:buFont typeface="Arial"/>
              <a:buNone/>
              <a:defRPr sz="10000" b="0" i="0" u="none" strike="noStrike" cap="none">
                <a:solidFill>
                  <a:srgbClr val="FEFEFE"/>
                </a:solidFill>
                <a:latin typeface="Arial"/>
                <a:ea typeface="Arial"/>
                <a:cs typeface="Arial"/>
                <a:sym typeface="Arial"/>
              </a:defRPr>
            </a:lvl4pPr>
            <a:lvl5pPr marR="0" lvl="4" algn="l" rtl="0">
              <a:lnSpc>
                <a:spcPct val="104000"/>
              </a:lnSpc>
              <a:spcBef>
                <a:spcPts val="0"/>
              </a:spcBef>
              <a:spcAft>
                <a:spcPts val="0"/>
              </a:spcAft>
              <a:buClr>
                <a:srgbClr val="FEFEFE"/>
              </a:buClr>
              <a:buSzPts val="10000"/>
              <a:buFont typeface="Arial"/>
              <a:buNone/>
              <a:defRPr sz="10000" b="0" i="0" u="none" strike="noStrike" cap="none">
                <a:solidFill>
                  <a:srgbClr val="FEFEFE"/>
                </a:solidFill>
                <a:latin typeface="Arial"/>
                <a:ea typeface="Arial"/>
                <a:cs typeface="Arial"/>
                <a:sym typeface="Arial"/>
              </a:defRPr>
            </a:lvl5pPr>
            <a:lvl6pPr marR="0" lvl="5" algn="l" rtl="0">
              <a:lnSpc>
                <a:spcPct val="104000"/>
              </a:lnSpc>
              <a:spcBef>
                <a:spcPts val="0"/>
              </a:spcBef>
              <a:spcAft>
                <a:spcPts val="0"/>
              </a:spcAft>
              <a:buClr>
                <a:srgbClr val="FEFEFE"/>
              </a:buClr>
              <a:buSzPts val="10000"/>
              <a:buFont typeface="Arial"/>
              <a:buNone/>
              <a:defRPr sz="10000" b="0" i="0" u="none" strike="noStrike" cap="none">
                <a:solidFill>
                  <a:srgbClr val="FEFEFE"/>
                </a:solidFill>
                <a:latin typeface="Arial"/>
                <a:ea typeface="Arial"/>
                <a:cs typeface="Arial"/>
                <a:sym typeface="Arial"/>
              </a:defRPr>
            </a:lvl6pPr>
            <a:lvl7pPr marR="0" lvl="6" algn="l" rtl="0">
              <a:lnSpc>
                <a:spcPct val="104000"/>
              </a:lnSpc>
              <a:spcBef>
                <a:spcPts val="0"/>
              </a:spcBef>
              <a:spcAft>
                <a:spcPts val="0"/>
              </a:spcAft>
              <a:buClr>
                <a:srgbClr val="FEFEFE"/>
              </a:buClr>
              <a:buSzPts val="10000"/>
              <a:buFont typeface="Arial"/>
              <a:buNone/>
              <a:defRPr sz="10000" b="0" i="0" u="none" strike="noStrike" cap="none">
                <a:solidFill>
                  <a:srgbClr val="FEFEFE"/>
                </a:solidFill>
                <a:latin typeface="Arial"/>
                <a:ea typeface="Arial"/>
                <a:cs typeface="Arial"/>
                <a:sym typeface="Arial"/>
              </a:defRPr>
            </a:lvl7pPr>
            <a:lvl8pPr marR="0" lvl="7" algn="l" rtl="0">
              <a:lnSpc>
                <a:spcPct val="104000"/>
              </a:lnSpc>
              <a:spcBef>
                <a:spcPts val="0"/>
              </a:spcBef>
              <a:spcAft>
                <a:spcPts val="0"/>
              </a:spcAft>
              <a:buClr>
                <a:srgbClr val="FEFEFE"/>
              </a:buClr>
              <a:buSzPts val="10000"/>
              <a:buFont typeface="Arial"/>
              <a:buNone/>
              <a:defRPr sz="10000" b="0" i="0" u="none" strike="noStrike" cap="none">
                <a:solidFill>
                  <a:srgbClr val="FEFEFE"/>
                </a:solidFill>
                <a:latin typeface="Arial"/>
                <a:ea typeface="Arial"/>
                <a:cs typeface="Arial"/>
                <a:sym typeface="Arial"/>
              </a:defRPr>
            </a:lvl8pPr>
            <a:lvl9pPr marR="0" lvl="8" algn="l" rtl="0">
              <a:lnSpc>
                <a:spcPct val="104000"/>
              </a:lnSpc>
              <a:spcBef>
                <a:spcPts val="0"/>
              </a:spcBef>
              <a:spcAft>
                <a:spcPts val="0"/>
              </a:spcAft>
              <a:buClr>
                <a:srgbClr val="FEFEFE"/>
              </a:buClr>
              <a:buSzPts val="10000"/>
              <a:buFont typeface="Arial"/>
              <a:buNone/>
              <a:defRPr sz="10000" b="0" i="0" u="none" strike="noStrike" cap="none">
                <a:solidFill>
                  <a:srgbClr val="FEFEFE"/>
                </a:solidFill>
                <a:latin typeface="Arial"/>
                <a:ea typeface="Arial"/>
                <a:cs typeface="Arial"/>
                <a:sym typeface="Arial"/>
              </a:defRPr>
            </a:lvl9pPr>
          </a:lstStyle>
          <a:p>
            <a:endParaRPr/>
          </a:p>
        </p:txBody>
      </p:sp>
      <p:sp>
        <p:nvSpPr>
          <p:cNvPr id="1147" name="Shape 1147"/>
          <p:cNvSpPr txBox="1">
            <a:spLocks noGrp="1"/>
          </p:cNvSpPr>
          <p:nvPr>
            <p:ph type="body" idx="1"/>
          </p:nvPr>
        </p:nvSpPr>
        <p:spPr>
          <a:xfrm>
            <a:off x="686113" y="4740653"/>
            <a:ext cx="21861547" cy="8975349"/>
          </a:xfrm>
          <a:prstGeom prst="rect">
            <a:avLst/>
          </a:prstGeom>
          <a:noFill/>
          <a:ln>
            <a:noFill/>
          </a:ln>
        </p:spPr>
        <p:txBody>
          <a:bodyPr spcFirstLastPara="1" wrap="square" lIns="91425" tIns="91425" rIns="91425" bIns="91425" anchor="t" anchorCtr="0"/>
          <a:lstStyle>
            <a:lvl1pPr marL="457200" marR="0" lvl="0" indent="-228600" algn="l" rtl="0">
              <a:lnSpc>
                <a:spcPct val="100000"/>
              </a:lnSpc>
              <a:spcBef>
                <a:spcPts val="1200"/>
              </a:spcBef>
              <a:spcAft>
                <a:spcPts val="0"/>
              </a:spcAft>
              <a:buClr>
                <a:srgbClr val="000000"/>
              </a:buClr>
              <a:buSzPts val="4000"/>
              <a:buFont typeface="Arial"/>
              <a:buNone/>
              <a:defRPr sz="4000" b="0" i="0" u="none" strike="noStrike" cap="none">
                <a:solidFill>
                  <a:srgbClr val="000000"/>
                </a:solidFill>
                <a:latin typeface="Arial"/>
                <a:ea typeface="Arial"/>
                <a:cs typeface="Arial"/>
                <a:sym typeface="Arial"/>
              </a:defRPr>
            </a:lvl1pPr>
            <a:lvl2pPr marL="914400" marR="0" lvl="1" indent="-482600" algn="l" rtl="0">
              <a:lnSpc>
                <a:spcPct val="100000"/>
              </a:lnSpc>
              <a:spcBef>
                <a:spcPts val="1200"/>
              </a:spcBef>
              <a:spcAft>
                <a:spcPts val="0"/>
              </a:spcAft>
              <a:buClr>
                <a:srgbClr val="000000"/>
              </a:buClr>
              <a:buSzPts val="4000"/>
              <a:buFont typeface="Arial"/>
              <a:buChar char="•"/>
              <a:defRPr sz="4000" b="0" i="0" u="none" strike="noStrike" cap="none">
                <a:solidFill>
                  <a:srgbClr val="000000"/>
                </a:solidFill>
                <a:latin typeface="Arial"/>
                <a:ea typeface="Arial"/>
                <a:cs typeface="Arial"/>
                <a:sym typeface="Arial"/>
              </a:defRPr>
            </a:lvl2pPr>
            <a:lvl3pPr marL="1371600" marR="0" lvl="2" indent="-482600" algn="l" rtl="0">
              <a:lnSpc>
                <a:spcPct val="100000"/>
              </a:lnSpc>
              <a:spcBef>
                <a:spcPts val="1200"/>
              </a:spcBef>
              <a:spcAft>
                <a:spcPts val="0"/>
              </a:spcAft>
              <a:buClr>
                <a:srgbClr val="000000"/>
              </a:buClr>
              <a:buSzPts val="4000"/>
              <a:buFont typeface="Arial"/>
              <a:buChar char="•"/>
              <a:defRPr sz="4000" b="0" i="0" u="none" strike="noStrike" cap="none">
                <a:solidFill>
                  <a:srgbClr val="000000"/>
                </a:solidFill>
                <a:latin typeface="Arial"/>
                <a:ea typeface="Arial"/>
                <a:cs typeface="Arial"/>
                <a:sym typeface="Arial"/>
              </a:defRPr>
            </a:lvl3pPr>
            <a:lvl4pPr marL="1828800" marR="0" lvl="3" indent="-482600" algn="l" rtl="0">
              <a:lnSpc>
                <a:spcPct val="100000"/>
              </a:lnSpc>
              <a:spcBef>
                <a:spcPts val="1200"/>
              </a:spcBef>
              <a:spcAft>
                <a:spcPts val="0"/>
              </a:spcAft>
              <a:buClr>
                <a:srgbClr val="000000"/>
              </a:buClr>
              <a:buSzPts val="4000"/>
              <a:buFont typeface="Arial"/>
              <a:buChar char="–"/>
              <a:defRPr sz="4000" b="0" i="0" u="none" strike="noStrike" cap="none">
                <a:solidFill>
                  <a:srgbClr val="000000"/>
                </a:solidFill>
                <a:latin typeface="Arial"/>
                <a:ea typeface="Arial"/>
                <a:cs typeface="Arial"/>
                <a:sym typeface="Arial"/>
              </a:defRPr>
            </a:lvl4pPr>
            <a:lvl5pPr marL="2286000" marR="0" lvl="4" indent="-482600" algn="l" rtl="0">
              <a:lnSpc>
                <a:spcPct val="100000"/>
              </a:lnSpc>
              <a:spcBef>
                <a:spcPts val="1200"/>
              </a:spcBef>
              <a:spcAft>
                <a:spcPts val="0"/>
              </a:spcAft>
              <a:buClr>
                <a:srgbClr val="000000"/>
              </a:buClr>
              <a:buSzPts val="4000"/>
              <a:buFont typeface="Arial"/>
              <a:buAutoNum type="arabicPeriod"/>
              <a:defRPr sz="4000" b="0" i="0" u="none" strike="noStrike" cap="none">
                <a:solidFill>
                  <a:srgbClr val="000000"/>
                </a:solidFill>
                <a:latin typeface="Arial"/>
                <a:ea typeface="Arial"/>
                <a:cs typeface="Arial"/>
                <a:sym typeface="Arial"/>
              </a:defRPr>
            </a:lvl5pPr>
            <a:lvl6pPr marL="2743200" marR="0" lvl="5" indent="-584200" algn="l" rtl="0">
              <a:lnSpc>
                <a:spcPct val="90000"/>
              </a:lnSpc>
              <a:spcBef>
                <a:spcPts val="2000"/>
              </a:spcBef>
              <a:spcAft>
                <a:spcPts val="0"/>
              </a:spcAft>
              <a:buClr>
                <a:srgbClr val="000000"/>
              </a:buClr>
              <a:buSzPts val="5600"/>
              <a:buFont typeface="Arial"/>
              <a:buChar char="•"/>
              <a:defRPr sz="5600" b="0" i="0" u="none" strike="noStrike" cap="none">
                <a:solidFill>
                  <a:srgbClr val="000000"/>
                </a:solidFill>
                <a:latin typeface="Arial"/>
                <a:ea typeface="Arial"/>
                <a:cs typeface="Arial"/>
                <a:sym typeface="Arial"/>
              </a:defRPr>
            </a:lvl6pPr>
            <a:lvl7pPr marL="3200400" marR="0" lvl="6" indent="-584200" algn="l" rtl="0">
              <a:lnSpc>
                <a:spcPct val="90000"/>
              </a:lnSpc>
              <a:spcBef>
                <a:spcPts val="2000"/>
              </a:spcBef>
              <a:spcAft>
                <a:spcPts val="0"/>
              </a:spcAft>
              <a:buClr>
                <a:srgbClr val="000000"/>
              </a:buClr>
              <a:buSzPts val="5600"/>
              <a:buFont typeface="Arial"/>
              <a:buChar char="•"/>
              <a:defRPr sz="5600" b="0" i="0" u="none" strike="noStrike" cap="none">
                <a:solidFill>
                  <a:srgbClr val="000000"/>
                </a:solidFill>
                <a:latin typeface="Arial"/>
                <a:ea typeface="Arial"/>
                <a:cs typeface="Arial"/>
                <a:sym typeface="Arial"/>
              </a:defRPr>
            </a:lvl7pPr>
            <a:lvl8pPr marL="3657600" marR="0" lvl="7" indent="-584200" algn="l" rtl="0">
              <a:lnSpc>
                <a:spcPct val="90000"/>
              </a:lnSpc>
              <a:spcBef>
                <a:spcPts val="2000"/>
              </a:spcBef>
              <a:spcAft>
                <a:spcPts val="0"/>
              </a:spcAft>
              <a:buClr>
                <a:srgbClr val="000000"/>
              </a:buClr>
              <a:buSzPts val="5600"/>
              <a:buFont typeface="Arial"/>
              <a:buChar char="•"/>
              <a:defRPr sz="5600" b="0" i="0" u="none" strike="noStrike" cap="none">
                <a:solidFill>
                  <a:srgbClr val="000000"/>
                </a:solidFill>
                <a:latin typeface="Arial"/>
                <a:ea typeface="Arial"/>
                <a:cs typeface="Arial"/>
                <a:sym typeface="Arial"/>
              </a:defRPr>
            </a:lvl8pPr>
            <a:lvl9pPr marL="4114800" marR="0" lvl="8" indent="-584200" algn="l" rtl="0">
              <a:lnSpc>
                <a:spcPct val="90000"/>
              </a:lnSpc>
              <a:spcBef>
                <a:spcPts val="2000"/>
              </a:spcBef>
              <a:spcAft>
                <a:spcPts val="0"/>
              </a:spcAft>
              <a:buClr>
                <a:srgbClr val="000000"/>
              </a:buClr>
              <a:buSzPts val="5600"/>
              <a:buFont typeface="Arial"/>
              <a:buChar char="•"/>
              <a:defRPr sz="5600" b="0" i="0" u="none" strike="noStrike" cap="none">
                <a:solidFill>
                  <a:srgbClr val="000000"/>
                </a:solidFill>
                <a:latin typeface="Arial"/>
                <a:ea typeface="Arial"/>
                <a:cs typeface="Arial"/>
                <a:sym typeface="Arial"/>
              </a:defRPr>
            </a:lvl9pPr>
          </a:lstStyle>
          <a:p>
            <a:endParaRPr/>
          </a:p>
        </p:txBody>
      </p:sp>
      <p:sp>
        <p:nvSpPr>
          <p:cNvPr id="1148" name="Shape 1148"/>
          <p:cNvSpPr txBox="1">
            <a:spLocks noGrp="1"/>
          </p:cNvSpPr>
          <p:nvPr>
            <p:ph type="sldNum" idx="12"/>
          </p:nvPr>
        </p:nvSpPr>
        <p:spPr>
          <a:xfrm>
            <a:off x="17474063" y="12481869"/>
            <a:ext cx="5689230" cy="461665"/>
          </a:xfrm>
          <a:prstGeom prst="rect">
            <a:avLst/>
          </a:prstGeom>
          <a:noFill/>
          <a:ln>
            <a:noFill/>
          </a:ln>
        </p:spPr>
        <p:txBody>
          <a:bodyPr spcFirstLastPara="1" wrap="square" lIns="45700" tIns="45700" rIns="45700" bIns="45700" anchor="ctr" anchorCtr="0">
            <a:noAutofit/>
          </a:bodyPr>
          <a:lstStyle>
            <a:lvl1pPr marL="0" marR="0" lvl="0" indent="0" algn="r" rtl="0">
              <a:spcBef>
                <a:spcPts val="0"/>
              </a:spcBef>
              <a:buNone/>
              <a:defRPr sz="2400">
                <a:solidFill>
                  <a:srgbClr val="888888"/>
                </a:solidFill>
                <a:latin typeface="Helvetica Neue"/>
                <a:ea typeface="Helvetica Neue"/>
                <a:cs typeface="Helvetica Neue"/>
                <a:sym typeface="Helvetica Neue"/>
              </a:defRPr>
            </a:lvl1pPr>
            <a:lvl2pPr marL="0" marR="0" lvl="1" indent="0" algn="r" rtl="0">
              <a:spcBef>
                <a:spcPts val="0"/>
              </a:spcBef>
              <a:buNone/>
              <a:defRPr sz="2400">
                <a:solidFill>
                  <a:srgbClr val="888888"/>
                </a:solidFill>
                <a:latin typeface="Helvetica Neue"/>
                <a:ea typeface="Helvetica Neue"/>
                <a:cs typeface="Helvetica Neue"/>
                <a:sym typeface="Helvetica Neue"/>
              </a:defRPr>
            </a:lvl2pPr>
            <a:lvl3pPr marL="0" marR="0" lvl="2" indent="0" algn="r" rtl="0">
              <a:spcBef>
                <a:spcPts val="0"/>
              </a:spcBef>
              <a:buNone/>
              <a:defRPr sz="2400">
                <a:solidFill>
                  <a:srgbClr val="888888"/>
                </a:solidFill>
                <a:latin typeface="Helvetica Neue"/>
                <a:ea typeface="Helvetica Neue"/>
                <a:cs typeface="Helvetica Neue"/>
                <a:sym typeface="Helvetica Neue"/>
              </a:defRPr>
            </a:lvl3pPr>
            <a:lvl4pPr marL="0" marR="0" lvl="3" indent="0" algn="r" rtl="0">
              <a:spcBef>
                <a:spcPts val="0"/>
              </a:spcBef>
              <a:buNone/>
              <a:defRPr sz="2400">
                <a:solidFill>
                  <a:srgbClr val="888888"/>
                </a:solidFill>
                <a:latin typeface="Helvetica Neue"/>
                <a:ea typeface="Helvetica Neue"/>
                <a:cs typeface="Helvetica Neue"/>
                <a:sym typeface="Helvetica Neue"/>
              </a:defRPr>
            </a:lvl4pPr>
            <a:lvl5pPr marL="0" marR="0" lvl="4" indent="0" algn="r" rtl="0">
              <a:spcBef>
                <a:spcPts val="0"/>
              </a:spcBef>
              <a:buNone/>
              <a:defRPr sz="2400">
                <a:solidFill>
                  <a:srgbClr val="888888"/>
                </a:solidFill>
                <a:latin typeface="Helvetica Neue"/>
                <a:ea typeface="Helvetica Neue"/>
                <a:cs typeface="Helvetica Neue"/>
                <a:sym typeface="Helvetica Neue"/>
              </a:defRPr>
            </a:lvl5pPr>
            <a:lvl6pPr marL="0" marR="0" lvl="5" indent="0" algn="r" rtl="0">
              <a:spcBef>
                <a:spcPts val="0"/>
              </a:spcBef>
              <a:buNone/>
              <a:defRPr sz="2400">
                <a:solidFill>
                  <a:srgbClr val="888888"/>
                </a:solidFill>
                <a:latin typeface="Helvetica Neue"/>
                <a:ea typeface="Helvetica Neue"/>
                <a:cs typeface="Helvetica Neue"/>
                <a:sym typeface="Helvetica Neue"/>
              </a:defRPr>
            </a:lvl6pPr>
            <a:lvl7pPr marL="0" marR="0" lvl="6" indent="0" algn="r" rtl="0">
              <a:spcBef>
                <a:spcPts val="0"/>
              </a:spcBef>
              <a:buNone/>
              <a:defRPr sz="2400">
                <a:solidFill>
                  <a:srgbClr val="888888"/>
                </a:solidFill>
                <a:latin typeface="Helvetica Neue"/>
                <a:ea typeface="Helvetica Neue"/>
                <a:cs typeface="Helvetica Neue"/>
                <a:sym typeface="Helvetica Neue"/>
              </a:defRPr>
            </a:lvl7pPr>
            <a:lvl8pPr marL="0" marR="0" lvl="7" indent="0" algn="r" rtl="0">
              <a:spcBef>
                <a:spcPts val="0"/>
              </a:spcBef>
              <a:buNone/>
              <a:defRPr sz="2400">
                <a:solidFill>
                  <a:srgbClr val="888888"/>
                </a:solidFill>
                <a:latin typeface="Helvetica Neue"/>
                <a:ea typeface="Helvetica Neue"/>
                <a:cs typeface="Helvetica Neue"/>
                <a:sym typeface="Helvetica Neue"/>
              </a:defRPr>
            </a:lvl8pPr>
            <a:lvl9pPr marL="0" marR="0" lvl="8" indent="0" algn="r" rtl="0">
              <a:spcBef>
                <a:spcPts val="0"/>
              </a:spcBef>
              <a:buNone/>
              <a:defRPr sz="2400">
                <a:solidFill>
                  <a:srgbClr val="888888"/>
                </a:solidFill>
                <a:latin typeface="Helvetica Neue"/>
                <a:ea typeface="Helvetica Neue"/>
                <a:cs typeface="Helvetica Neue"/>
                <a:sym typeface="Helvetica Neue"/>
              </a:defRPr>
            </a:lvl9pPr>
          </a:lstStyle>
          <a:p>
            <a:pPr marL="0" lvl="0" indent="0">
              <a:spcBef>
                <a:spcPts val="0"/>
              </a:spcBef>
              <a:spcAft>
                <a:spcPts val="0"/>
              </a:spcAft>
              <a:buNone/>
            </a:pPr>
            <a:fld id="{00000000-1234-1234-1234-123412341234}" type="slidenum">
              <a:rPr lang="en-AU"/>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matchingName="1_Title and large text">
  <p:cSld name="1_Title and large text">
    <p:bg>
      <p:bgPr>
        <a:solidFill>
          <a:srgbClr val="FEFEFE"/>
        </a:solidFill>
        <a:effectLst/>
      </p:bgPr>
    </p:bg>
    <p:spTree>
      <p:nvGrpSpPr>
        <p:cNvPr id="1" name="Shape 1149"/>
        <p:cNvGrpSpPr/>
        <p:nvPr/>
      </p:nvGrpSpPr>
      <p:grpSpPr>
        <a:xfrm>
          <a:off x="0" y="0"/>
          <a:ext cx="0" cy="0"/>
          <a:chOff x="0" y="0"/>
          <a:chExt cx="0" cy="0"/>
        </a:xfrm>
      </p:grpSpPr>
      <p:grpSp>
        <p:nvGrpSpPr>
          <p:cNvPr id="1150" name="Shape 1150"/>
          <p:cNvGrpSpPr/>
          <p:nvPr/>
        </p:nvGrpSpPr>
        <p:grpSpPr>
          <a:xfrm>
            <a:off x="533643" y="-2"/>
            <a:ext cx="23839242" cy="4549779"/>
            <a:chOff x="0" y="-1"/>
            <a:chExt cx="23828374" cy="4549777"/>
          </a:xfrm>
        </p:grpSpPr>
        <p:sp>
          <p:nvSpPr>
            <p:cNvPr id="1151" name="Shape 1151"/>
            <p:cNvSpPr/>
            <p:nvPr/>
          </p:nvSpPr>
          <p:spPr>
            <a:xfrm>
              <a:off x="4584700" y="-1"/>
              <a:ext cx="511176" cy="450851"/>
            </a:xfrm>
            <a:custGeom>
              <a:avLst/>
              <a:gdLst/>
              <a:ahLst/>
              <a:cxnLst/>
              <a:rect l="0" t="0" r="0" b="0"/>
              <a:pathLst>
                <a:path w="21600" h="21600" extrusionOk="0">
                  <a:moveTo>
                    <a:pt x="0" y="0"/>
                  </a:moveTo>
                  <a:lnTo>
                    <a:pt x="66" y="21600"/>
                  </a:lnTo>
                  <a:lnTo>
                    <a:pt x="21600" y="21515"/>
                  </a:lnTo>
                  <a:lnTo>
                    <a:pt x="21534" y="0"/>
                  </a:lnTo>
                  <a:cubicBezTo>
                    <a:pt x="21534" y="0"/>
                    <a:pt x="0" y="0"/>
                    <a:pt x="0" y="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152" name="Shape 1152"/>
            <p:cNvSpPr/>
            <p:nvPr/>
          </p:nvSpPr>
          <p:spPr>
            <a:xfrm>
              <a:off x="3048000" y="-1"/>
              <a:ext cx="511176" cy="457201"/>
            </a:xfrm>
            <a:custGeom>
              <a:avLst/>
              <a:gdLst/>
              <a:ahLst/>
              <a:cxnLst/>
              <a:rect l="0" t="0" r="0" b="0"/>
              <a:pathLst>
                <a:path w="21600" h="21600" extrusionOk="0">
                  <a:moveTo>
                    <a:pt x="0" y="0"/>
                  </a:moveTo>
                  <a:lnTo>
                    <a:pt x="68" y="21600"/>
                  </a:lnTo>
                  <a:lnTo>
                    <a:pt x="21600" y="21516"/>
                  </a:lnTo>
                  <a:lnTo>
                    <a:pt x="21533" y="0"/>
                  </a:lnTo>
                  <a:cubicBezTo>
                    <a:pt x="21533" y="0"/>
                    <a:pt x="0" y="0"/>
                    <a:pt x="0" y="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153" name="Shape 1153"/>
            <p:cNvSpPr/>
            <p:nvPr/>
          </p:nvSpPr>
          <p:spPr>
            <a:xfrm>
              <a:off x="4076700" y="965200"/>
              <a:ext cx="511176" cy="511176"/>
            </a:xfrm>
            <a:custGeom>
              <a:avLst/>
              <a:gdLst/>
              <a:ahLst/>
              <a:cxnLst/>
              <a:rect l="0" t="0" r="0" b="0"/>
              <a:pathLst>
                <a:path w="21600" h="21600" extrusionOk="0">
                  <a:moveTo>
                    <a:pt x="21525" y="0"/>
                  </a:moveTo>
                  <a:lnTo>
                    <a:pt x="21600" y="21525"/>
                  </a:lnTo>
                  <a:lnTo>
                    <a:pt x="75" y="21600"/>
                  </a:lnTo>
                  <a:lnTo>
                    <a:pt x="0" y="75"/>
                  </a:lnTo>
                  <a:cubicBezTo>
                    <a:pt x="0" y="75"/>
                    <a:pt x="21525" y="0"/>
                    <a:pt x="21525" y="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154" name="Shape 1154"/>
            <p:cNvSpPr/>
            <p:nvPr/>
          </p:nvSpPr>
          <p:spPr>
            <a:xfrm>
              <a:off x="0" y="4038600"/>
              <a:ext cx="511176" cy="511176"/>
            </a:xfrm>
            <a:custGeom>
              <a:avLst/>
              <a:gdLst/>
              <a:ahLst/>
              <a:cxnLst/>
              <a:rect l="0" t="0" r="0" b="0"/>
              <a:pathLst>
                <a:path w="21600" h="21600" extrusionOk="0">
                  <a:moveTo>
                    <a:pt x="21525" y="0"/>
                  </a:moveTo>
                  <a:lnTo>
                    <a:pt x="21600" y="21525"/>
                  </a:lnTo>
                  <a:lnTo>
                    <a:pt x="76" y="21600"/>
                  </a:lnTo>
                  <a:lnTo>
                    <a:pt x="0" y="75"/>
                  </a:lnTo>
                  <a:cubicBezTo>
                    <a:pt x="0" y="75"/>
                    <a:pt x="21525" y="0"/>
                    <a:pt x="21525" y="0"/>
                  </a:cubicBezTo>
                  <a:close/>
                </a:path>
              </a:pathLst>
            </a:custGeom>
            <a:solidFill>
              <a:srgbClr val="000000"/>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155" name="Shape 1155"/>
            <p:cNvSpPr/>
            <p:nvPr/>
          </p:nvSpPr>
          <p:spPr>
            <a:xfrm>
              <a:off x="16167100" y="25399"/>
              <a:ext cx="511175" cy="477839"/>
            </a:xfrm>
            <a:custGeom>
              <a:avLst/>
              <a:gdLst/>
              <a:ahLst/>
              <a:cxnLst/>
              <a:rect l="0" t="0" r="0" b="0"/>
              <a:pathLst>
                <a:path w="21600" h="21600" extrusionOk="0">
                  <a:moveTo>
                    <a:pt x="0" y="0"/>
                  </a:moveTo>
                  <a:lnTo>
                    <a:pt x="71" y="21600"/>
                  </a:lnTo>
                  <a:lnTo>
                    <a:pt x="21600" y="21520"/>
                  </a:lnTo>
                  <a:lnTo>
                    <a:pt x="21530" y="0"/>
                  </a:lnTo>
                  <a:cubicBezTo>
                    <a:pt x="21530" y="0"/>
                    <a:pt x="0" y="0"/>
                    <a:pt x="0" y="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156" name="Shape 1156"/>
            <p:cNvSpPr/>
            <p:nvPr/>
          </p:nvSpPr>
          <p:spPr>
            <a:xfrm>
              <a:off x="15659100" y="25399"/>
              <a:ext cx="511175" cy="479426"/>
            </a:xfrm>
            <a:custGeom>
              <a:avLst/>
              <a:gdLst/>
              <a:ahLst/>
              <a:cxnLst/>
              <a:rect l="0" t="0" r="0" b="0"/>
              <a:pathLst>
                <a:path w="21600" h="21600" extrusionOk="0">
                  <a:moveTo>
                    <a:pt x="0" y="0"/>
                  </a:moveTo>
                  <a:lnTo>
                    <a:pt x="71" y="21600"/>
                  </a:lnTo>
                  <a:lnTo>
                    <a:pt x="21600" y="21519"/>
                  </a:lnTo>
                  <a:lnTo>
                    <a:pt x="21529" y="0"/>
                  </a:lnTo>
                  <a:cubicBezTo>
                    <a:pt x="21529" y="0"/>
                    <a:pt x="0" y="0"/>
                    <a:pt x="0" y="0"/>
                  </a:cubicBezTo>
                  <a:close/>
                </a:path>
              </a:pathLst>
            </a:custGeom>
            <a:solidFill>
              <a:srgbClr val="000000"/>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157" name="Shape 1157"/>
            <p:cNvSpPr/>
            <p:nvPr/>
          </p:nvSpPr>
          <p:spPr>
            <a:xfrm>
              <a:off x="20256500" y="482599"/>
              <a:ext cx="511175" cy="511176"/>
            </a:xfrm>
            <a:custGeom>
              <a:avLst/>
              <a:gdLst/>
              <a:ahLst/>
              <a:cxnLst/>
              <a:rect l="0" t="0" r="0" b="0"/>
              <a:pathLst>
                <a:path w="21600" h="21600" extrusionOk="0">
                  <a:moveTo>
                    <a:pt x="21525" y="0"/>
                  </a:moveTo>
                  <a:lnTo>
                    <a:pt x="21600" y="21525"/>
                  </a:lnTo>
                  <a:lnTo>
                    <a:pt x="76" y="21600"/>
                  </a:lnTo>
                  <a:lnTo>
                    <a:pt x="0" y="75"/>
                  </a:lnTo>
                  <a:cubicBezTo>
                    <a:pt x="0" y="75"/>
                    <a:pt x="21525" y="0"/>
                    <a:pt x="21525" y="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158" name="Shape 1158"/>
            <p:cNvSpPr/>
            <p:nvPr/>
          </p:nvSpPr>
          <p:spPr>
            <a:xfrm>
              <a:off x="15151100" y="495299"/>
              <a:ext cx="511175" cy="511176"/>
            </a:xfrm>
            <a:custGeom>
              <a:avLst/>
              <a:gdLst/>
              <a:ahLst/>
              <a:cxnLst/>
              <a:rect l="0" t="0" r="0" b="0"/>
              <a:pathLst>
                <a:path w="21600" h="21600" extrusionOk="0">
                  <a:moveTo>
                    <a:pt x="21525" y="0"/>
                  </a:moveTo>
                  <a:lnTo>
                    <a:pt x="21600" y="21525"/>
                  </a:lnTo>
                  <a:lnTo>
                    <a:pt x="76" y="21600"/>
                  </a:lnTo>
                  <a:lnTo>
                    <a:pt x="0" y="75"/>
                  </a:lnTo>
                  <a:cubicBezTo>
                    <a:pt x="0" y="75"/>
                    <a:pt x="21525" y="0"/>
                    <a:pt x="21525" y="0"/>
                  </a:cubicBezTo>
                  <a:close/>
                </a:path>
              </a:pathLst>
            </a:custGeom>
            <a:solidFill>
              <a:srgbClr val="000000"/>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159" name="Shape 1159"/>
            <p:cNvSpPr/>
            <p:nvPr/>
          </p:nvSpPr>
          <p:spPr>
            <a:xfrm>
              <a:off x="14122400" y="507999"/>
              <a:ext cx="511175" cy="511176"/>
            </a:xfrm>
            <a:custGeom>
              <a:avLst/>
              <a:gdLst/>
              <a:ahLst/>
              <a:cxnLst/>
              <a:rect l="0" t="0" r="0" b="0"/>
              <a:pathLst>
                <a:path w="21600" h="21600" extrusionOk="0">
                  <a:moveTo>
                    <a:pt x="21525" y="0"/>
                  </a:moveTo>
                  <a:lnTo>
                    <a:pt x="21600" y="21525"/>
                  </a:lnTo>
                  <a:lnTo>
                    <a:pt x="76" y="21600"/>
                  </a:lnTo>
                  <a:lnTo>
                    <a:pt x="0" y="75"/>
                  </a:lnTo>
                  <a:cubicBezTo>
                    <a:pt x="0" y="75"/>
                    <a:pt x="21525" y="0"/>
                    <a:pt x="21525" y="0"/>
                  </a:cubicBezTo>
                  <a:close/>
                </a:path>
              </a:pathLst>
            </a:custGeom>
            <a:solidFill>
              <a:srgbClr val="000000"/>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160" name="Shape 1160"/>
            <p:cNvSpPr/>
            <p:nvPr/>
          </p:nvSpPr>
          <p:spPr>
            <a:xfrm>
              <a:off x="18719800" y="1003300"/>
              <a:ext cx="511175" cy="511176"/>
            </a:xfrm>
            <a:custGeom>
              <a:avLst/>
              <a:gdLst/>
              <a:ahLst/>
              <a:cxnLst/>
              <a:rect l="0" t="0" r="0" b="0"/>
              <a:pathLst>
                <a:path w="21600" h="21600" extrusionOk="0">
                  <a:moveTo>
                    <a:pt x="21525" y="0"/>
                  </a:moveTo>
                  <a:lnTo>
                    <a:pt x="21600" y="21525"/>
                  </a:lnTo>
                  <a:lnTo>
                    <a:pt x="76" y="21600"/>
                  </a:lnTo>
                  <a:lnTo>
                    <a:pt x="0" y="75"/>
                  </a:lnTo>
                  <a:cubicBezTo>
                    <a:pt x="0" y="75"/>
                    <a:pt x="21525" y="0"/>
                    <a:pt x="21525" y="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161" name="Shape 1161"/>
            <p:cNvSpPr/>
            <p:nvPr/>
          </p:nvSpPr>
          <p:spPr>
            <a:xfrm>
              <a:off x="20764500" y="1497012"/>
              <a:ext cx="511175" cy="512764"/>
            </a:xfrm>
            <a:custGeom>
              <a:avLst/>
              <a:gdLst/>
              <a:ahLst/>
              <a:cxnLst/>
              <a:rect l="0" t="0" r="0" b="0"/>
              <a:pathLst>
                <a:path w="21600" h="21600" extrusionOk="0">
                  <a:moveTo>
                    <a:pt x="21525" y="0"/>
                  </a:moveTo>
                  <a:lnTo>
                    <a:pt x="21600" y="21525"/>
                  </a:lnTo>
                  <a:lnTo>
                    <a:pt x="76" y="21600"/>
                  </a:lnTo>
                  <a:lnTo>
                    <a:pt x="0" y="75"/>
                  </a:lnTo>
                  <a:cubicBezTo>
                    <a:pt x="0" y="75"/>
                    <a:pt x="21525" y="0"/>
                    <a:pt x="21525" y="0"/>
                  </a:cubicBezTo>
                  <a:close/>
                </a:path>
              </a:pathLst>
            </a:custGeom>
            <a:solidFill>
              <a:srgbClr val="000000"/>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162" name="Shape 1162"/>
            <p:cNvSpPr/>
            <p:nvPr/>
          </p:nvSpPr>
          <p:spPr>
            <a:xfrm>
              <a:off x="19748500" y="1511300"/>
              <a:ext cx="511175" cy="511176"/>
            </a:xfrm>
            <a:custGeom>
              <a:avLst/>
              <a:gdLst/>
              <a:ahLst/>
              <a:cxnLst/>
              <a:rect l="0" t="0" r="0" b="0"/>
              <a:pathLst>
                <a:path w="21600" h="21600" extrusionOk="0">
                  <a:moveTo>
                    <a:pt x="21525" y="0"/>
                  </a:moveTo>
                  <a:lnTo>
                    <a:pt x="21600" y="21525"/>
                  </a:lnTo>
                  <a:lnTo>
                    <a:pt x="76" y="21600"/>
                  </a:lnTo>
                  <a:lnTo>
                    <a:pt x="0" y="75"/>
                  </a:lnTo>
                  <a:cubicBezTo>
                    <a:pt x="0" y="75"/>
                    <a:pt x="21525" y="0"/>
                    <a:pt x="21525" y="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163" name="Shape 1163"/>
            <p:cNvSpPr/>
            <p:nvPr/>
          </p:nvSpPr>
          <p:spPr>
            <a:xfrm>
              <a:off x="18719800" y="1509712"/>
              <a:ext cx="511175" cy="512764"/>
            </a:xfrm>
            <a:custGeom>
              <a:avLst/>
              <a:gdLst/>
              <a:ahLst/>
              <a:cxnLst/>
              <a:rect l="0" t="0" r="0" b="0"/>
              <a:pathLst>
                <a:path w="21600" h="21600" extrusionOk="0">
                  <a:moveTo>
                    <a:pt x="21525" y="0"/>
                  </a:moveTo>
                  <a:lnTo>
                    <a:pt x="21600" y="21525"/>
                  </a:lnTo>
                  <a:lnTo>
                    <a:pt x="76" y="21600"/>
                  </a:lnTo>
                  <a:lnTo>
                    <a:pt x="0" y="75"/>
                  </a:lnTo>
                  <a:cubicBezTo>
                    <a:pt x="0" y="75"/>
                    <a:pt x="21525" y="0"/>
                    <a:pt x="21525" y="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164" name="Shape 1164"/>
            <p:cNvSpPr/>
            <p:nvPr/>
          </p:nvSpPr>
          <p:spPr>
            <a:xfrm>
              <a:off x="17195800" y="1509712"/>
              <a:ext cx="511175" cy="512764"/>
            </a:xfrm>
            <a:custGeom>
              <a:avLst/>
              <a:gdLst/>
              <a:ahLst/>
              <a:cxnLst/>
              <a:rect l="0" t="0" r="0" b="0"/>
              <a:pathLst>
                <a:path w="21600" h="21600" extrusionOk="0">
                  <a:moveTo>
                    <a:pt x="21525" y="0"/>
                  </a:moveTo>
                  <a:lnTo>
                    <a:pt x="21600" y="21525"/>
                  </a:lnTo>
                  <a:lnTo>
                    <a:pt x="76" y="21600"/>
                  </a:lnTo>
                  <a:lnTo>
                    <a:pt x="0" y="75"/>
                  </a:lnTo>
                  <a:cubicBezTo>
                    <a:pt x="0" y="75"/>
                    <a:pt x="21525" y="0"/>
                    <a:pt x="21525" y="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165" name="Shape 1165"/>
            <p:cNvSpPr/>
            <p:nvPr/>
          </p:nvSpPr>
          <p:spPr>
            <a:xfrm>
              <a:off x="14643100" y="1524000"/>
              <a:ext cx="511175" cy="511176"/>
            </a:xfrm>
            <a:custGeom>
              <a:avLst/>
              <a:gdLst/>
              <a:ahLst/>
              <a:cxnLst/>
              <a:rect l="0" t="0" r="0" b="0"/>
              <a:pathLst>
                <a:path w="21600" h="21600" extrusionOk="0">
                  <a:moveTo>
                    <a:pt x="21525" y="0"/>
                  </a:moveTo>
                  <a:lnTo>
                    <a:pt x="21600" y="21525"/>
                  </a:lnTo>
                  <a:lnTo>
                    <a:pt x="76" y="21600"/>
                  </a:lnTo>
                  <a:lnTo>
                    <a:pt x="0" y="75"/>
                  </a:lnTo>
                  <a:cubicBezTo>
                    <a:pt x="0" y="75"/>
                    <a:pt x="21525" y="0"/>
                    <a:pt x="21525" y="0"/>
                  </a:cubicBezTo>
                  <a:close/>
                </a:path>
              </a:pathLst>
            </a:custGeom>
            <a:solidFill>
              <a:srgbClr val="000000"/>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166" name="Shape 1166"/>
            <p:cNvSpPr/>
            <p:nvPr/>
          </p:nvSpPr>
          <p:spPr>
            <a:xfrm>
              <a:off x="20256500" y="2019300"/>
              <a:ext cx="511175" cy="511176"/>
            </a:xfrm>
            <a:custGeom>
              <a:avLst/>
              <a:gdLst/>
              <a:ahLst/>
              <a:cxnLst/>
              <a:rect l="0" t="0" r="0" b="0"/>
              <a:pathLst>
                <a:path w="21600" h="21600" extrusionOk="0">
                  <a:moveTo>
                    <a:pt x="21525" y="0"/>
                  </a:moveTo>
                  <a:lnTo>
                    <a:pt x="21600" y="21525"/>
                  </a:lnTo>
                  <a:lnTo>
                    <a:pt x="76" y="21600"/>
                  </a:lnTo>
                  <a:lnTo>
                    <a:pt x="0" y="75"/>
                  </a:lnTo>
                  <a:cubicBezTo>
                    <a:pt x="0" y="75"/>
                    <a:pt x="21525" y="0"/>
                    <a:pt x="21525" y="0"/>
                  </a:cubicBezTo>
                  <a:close/>
                </a:path>
              </a:pathLst>
            </a:custGeom>
            <a:solidFill>
              <a:srgbClr val="000000"/>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167" name="Shape 1167"/>
            <p:cNvSpPr/>
            <p:nvPr/>
          </p:nvSpPr>
          <p:spPr>
            <a:xfrm>
              <a:off x="18211800" y="2019300"/>
              <a:ext cx="511175" cy="511176"/>
            </a:xfrm>
            <a:custGeom>
              <a:avLst/>
              <a:gdLst/>
              <a:ahLst/>
              <a:cxnLst/>
              <a:rect l="0" t="0" r="0" b="0"/>
              <a:pathLst>
                <a:path w="21600" h="21600" extrusionOk="0">
                  <a:moveTo>
                    <a:pt x="21525" y="0"/>
                  </a:moveTo>
                  <a:lnTo>
                    <a:pt x="21600" y="21525"/>
                  </a:lnTo>
                  <a:lnTo>
                    <a:pt x="76" y="21600"/>
                  </a:lnTo>
                  <a:lnTo>
                    <a:pt x="0" y="75"/>
                  </a:lnTo>
                  <a:cubicBezTo>
                    <a:pt x="0" y="75"/>
                    <a:pt x="21525" y="0"/>
                    <a:pt x="21525" y="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168" name="Shape 1168"/>
            <p:cNvSpPr/>
            <p:nvPr/>
          </p:nvSpPr>
          <p:spPr>
            <a:xfrm>
              <a:off x="20764500" y="2527300"/>
              <a:ext cx="511175" cy="511176"/>
            </a:xfrm>
            <a:custGeom>
              <a:avLst/>
              <a:gdLst/>
              <a:ahLst/>
              <a:cxnLst/>
              <a:rect l="0" t="0" r="0" b="0"/>
              <a:pathLst>
                <a:path w="21600" h="21600" extrusionOk="0">
                  <a:moveTo>
                    <a:pt x="21525" y="0"/>
                  </a:moveTo>
                  <a:lnTo>
                    <a:pt x="21600" y="21525"/>
                  </a:lnTo>
                  <a:lnTo>
                    <a:pt x="76" y="21600"/>
                  </a:lnTo>
                  <a:lnTo>
                    <a:pt x="0" y="75"/>
                  </a:lnTo>
                  <a:cubicBezTo>
                    <a:pt x="0" y="75"/>
                    <a:pt x="21525" y="0"/>
                    <a:pt x="21525" y="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169" name="Shape 1169"/>
            <p:cNvSpPr/>
            <p:nvPr/>
          </p:nvSpPr>
          <p:spPr>
            <a:xfrm>
              <a:off x="20256500" y="2527300"/>
              <a:ext cx="511175" cy="511176"/>
            </a:xfrm>
            <a:custGeom>
              <a:avLst/>
              <a:gdLst/>
              <a:ahLst/>
              <a:cxnLst/>
              <a:rect l="0" t="0" r="0" b="0"/>
              <a:pathLst>
                <a:path w="21600" h="21600" extrusionOk="0">
                  <a:moveTo>
                    <a:pt x="21525" y="0"/>
                  </a:moveTo>
                  <a:lnTo>
                    <a:pt x="21600" y="21525"/>
                  </a:lnTo>
                  <a:lnTo>
                    <a:pt x="76" y="21600"/>
                  </a:lnTo>
                  <a:lnTo>
                    <a:pt x="0" y="75"/>
                  </a:lnTo>
                  <a:cubicBezTo>
                    <a:pt x="0" y="75"/>
                    <a:pt x="21525" y="0"/>
                    <a:pt x="21525" y="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170" name="Shape 1170"/>
            <p:cNvSpPr/>
            <p:nvPr/>
          </p:nvSpPr>
          <p:spPr>
            <a:xfrm>
              <a:off x="23317198" y="3022600"/>
              <a:ext cx="511176" cy="479425"/>
            </a:xfrm>
            <a:custGeom>
              <a:avLst/>
              <a:gdLst/>
              <a:ahLst/>
              <a:cxnLst/>
              <a:rect l="0" t="0" r="0" b="0"/>
              <a:pathLst>
                <a:path w="21600" h="21600" extrusionOk="0">
                  <a:moveTo>
                    <a:pt x="0" y="80"/>
                  </a:moveTo>
                  <a:lnTo>
                    <a:pt x="71" y="21600"/>
                  </a:lnTo>
                  <a:lnTo>
                    <a:pt x="21600" y="21600"/>
                  </a:lnTo>
                  <a:lnTo>
                    <a:pt x="21529" y="0"/>
                  </a:lnTo>
                  <a:cubicBezTo>
                    <a:pt x="21529" y="0"/>
                    <a:pt x="0" y="80"/>
                    <a:pt x="0" y="8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171" name="Shape 1171"/>
            <p:cNvSpPr/>
            <p:nvPr/>
          </p:nvSpPr>
          <p:spPr>
            <a:xfrm>
              <a:off x="22809198" y="3021013"/>
              <a:ext cx="511176" cy="479426"/>
            </a:xfrm>
            <a:custGeom>
              <a:avLst/>
              <a:gdLst/>
              <a:ahLst/>
              <a:cxnLst/>
              <a:rect l="0" t="0" r="0" b="0"/>
              <a:pathLst>
                <a:path w="21600" h="21600" extrusionOk="0">
                  <a:moveTo>
                    <a:pt x="0" y="80"/>
                  </a:moveTo>
                  <a:lnTo>
                    <a:pt x="70" y="21600"/>
                  </a:lnTo>
                  <a:lnTo>
                    <a:pt x="21600" y="21600"/>
                  </a:lnTo>
                  <a:lnTo>
                    <a:pt x="21529" y="0"/>
                  </a:lnTo>
                  <a:cubicBezTo>
                    <a:pt x="21529" y="0"/>
                    <a:pt x="0" y="80"/>
                    <a:pt x="0" y="80"/>
                  </a:cubicBezTo>
                  <a:close/>
                </a:path>
              </a:pathLst>
            </a:custGeom>
            <a:solidFill>
              <a:srgbClr val="000000"/>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grpSp>
      <p:sp>
        <p:nvSpPr>
          <p:cNvPr id="1172" name="Shape 1172"/>
          <p:cNvSpPr txBox="1">
            <a:spLocks noGrp="1"/>
          </p:cNvSpPr>
          <p:nvPr>
            <p:ph type="title"/>
          </p:nvPr>
        </p:nvSpPr>
        <p:spPr>
          <a:xfrm>
            <a:off x="1345915" y="2411885"/>
            <a:ext cx="10452535" cy="2328769"/>
          </a:xfrm>
          <a:prstGeom prst="rect">
            <a:avLst/>
          </a:prstGeom>
          <a:noFill/>
          <a:ln>
            <a:noFill/>
          </a:ln>
        </p:spPr>
        <p:txBody>
          <a:bodyPr spcFirstLastPara="1" wrap="square" lIns="91425" tIns="91425" rIns="91425" bIns="91425" anchor="t" anchorCtr="0"/>
          <a:lstStyle>
            <a:lvl1pPr marR="0" lvl="0" algn="l" rtl="0">
              <a:lnSpc>
                <a:spcPct val="110000"/>
              </a:lnSpc>
              <a:spcBef>
                <a:spcPts val="0"/>
              </a:spcBef>
              <a:spcAft>
                <a:spcPts val="0"/>
              </a:spcAft>
              <a:buClr>
                <a:schemeClr val="accent1"/>
              </a:buClr>
              <a:buSzPts val="6000"/>
              <a:buFont typeface="Arial"/>
              <a:buNone/>
              <a:defRPr sz="6000" b="0" i="0" u="none" strike="noStrike" cap="none">
                <a:solidFill>
                  <a:schemeClr val="accent1"/>
                </a:solidFill>
                <a:latin typeface="Arial"/>
                <a:ea typeface="Arial"/>
                <a:cs typeface="Arial"/>
                <a:sym typeface="Arial"/>
              </a:defRPr>
            </a:lvl1pPr>
            <a:lvl2pPr marR="0" lvl="1" algn="l" rtl="0">
              <a:lnSpc>
                <a:spcPct val="104000"/>
              </a:lnSpc>
              <a:spcBef>
                <a:spcPts val="0"/>
              </a:spcBef>
              <a:spcAft>
                <a:spcPts val="0"/>
              </a:spcAft>
              <a:buClr>
                <a:srgbClr val="FEFEFE"/>
              </a:buClr>
              <a:buSzPts val="10000"/>
              <a:buFont typeface="Arial"/>
              <a:buNone/>
              <a:defRPr sz="10000" b="0" i="0" u="none" strike="noStrike" cap="none">
                <a:solidFill>
                  <a:srgbClr val="FEFEFE"/>
                </a:solidFill>
                <a:latin typeface="Arial"/>
                <a:ea typeface="Arial"/>
                <a:cs typeface="Arial"/>
                <a:sym typeface="Arial"/>
              </a:defRPr>
            </a:lvl2pPr>
            <a:lvl3pPr marR="0" lvl="2" algn="l" rtl="0">
              <a:lnSpc>
                <a:spcPct val="104000"/>
              </a:lnSpc>
              <a:spcBef>
                <a:spcPts val="0"/>
              </a:spcBef>
              <a:spcAft>
                <a:spcPts val="0"/>
              </a:spcAft>
              <a:buClr>
                <a:srgbClr val="FEFEFE"/>
              </a:buClr>
              <a:buSzPts val="10000"/>
              <a:buFont typeface="Arial"/>
              <a:buNone/>
              <a:defRPr sz="10000" b="0" i="0" u="none" strike="noStrike" cap="none">
                <a:solidFill>
                  <a:srgbClr val="FEFEFE"/>
                </a:solidFill>
                <a:latin typeface="Arial"/>
                <a:ea typeface="Arial"/>
                <a:cs typeface="Arial"/>
                <a:sym typeface="Arial"/>
              </a:defRPr>
            </a:lvl3pPr>
            <a:lvl4pPr marR="0" lvl="3" algn="l" rtl="0">
              <a:lnSpc>
                <a:spcPct val="104000"/>
              </a:lnSpc>
              <a:spcBef>
                <a:spcPts val="0"/>
              </a:spcBef>
              <a:spcAft>
                <a:spcPts val="0"/>
              </a:spcAft>
              <a:buClr>
                <a:srgbClr val="FEFEFE"/>
              </a:buClr>
              <a:buSzPts val="10000"/>
              <a:buFont typeface="Arial"/>
              <a:buNone/>
              <a:defRPr sz="10000" b="0" i="0" u="none" strike="noStrike" cap="none">
                <a:solidFill>
                  <a:srgbClr val="FEFEFE"/>
                </a:solidFill>
                <a:latin typeface="Arial"/>
                <a:ea typeface="Arial"/>
                <a:cs typeface="Arial"/>
                <a:sym typeface="Arial"/>
              </a:defRPr>
            </a:lvl4pPr>
            <a:lvl5pPr marR="0" lvl="4" algn="l" rtl="0">
              <a:lnSpc>
                <a:spcPct val="104000"/>
              </a:lnSpc>
              <a:spcBef>
                <a:spcPts val="0"/>
              </a:spcBef>
              <a:spcAft>
                <a:spcPts val="0"/>
              </a:spcAft>
              <a:buClr>
                <a:srgbClr val="FEFEFE"/>
              </a:buClr>
              <a:buSzPts val="10000"/>
              <a:buFont typeface="Arial"/>
              <a:buNone/>
              <a:defRPr sz="10000" b="0" i="0" u="none" strike="noStrike" cap="none">
                <a:solidFill>
                  <a:srgbClr val="FEFEFE"/>
                </a:solidFill>
                <a:latin typeface="Arial"/>
                <a:ea typeface="Arial"/>
                <a:cs typeface="Arial"/>
                <a:sym typeface="Arial"/>
              </a:defRPr>
            </a:lvl5pPr>
            <a:lvl6pPr marR="0" lvl="5" algn="l" rtl="0">
              <a:lnSpc>
                <a:spcPct val="104000"/>
              </a:lnSpc>
              <a:spcBef>
                <a:spcPts val="0"/>
              </a:spcBef>
              <a:spcAft>
                <a:spcPts val="0"/>
              </a:spcAft>
              <a:buClr>
                <a:srgbClr val="FEFEFE"/>
              </a:buClr>
              <a:buSzPts val="10000"/>
              <a:buFont typeface="Arial"/>
              <a:buNone/>
              <a:defRPr sz="10000" b="0" i="0" u="none" strike="noStrike" cap="none">
                <a:solidFill>
                  <a:srgbClr val="FEFEFE"/>
                </a:solidFill>
                <a:latin typeface="Arial"/>
                <a:ea typeface="Arial"/>
                <a:cs typeface="Arial"/>
                <a:sym typeface="Arial"/>
              </a:defRPr>
            </a:lvl6pPr>
            <a:lvl7pPr marR="0" lvl="6" algn="l" rtl="0">
              <a:lnSpc>
                <a:spcPct val="104000"/>
              </a:lnSpc>
              <a:spcBef>
                <a:spcPts val="0"/>
              </a:spcBef>
              <a:spcAft>
                <a:spcPts val="0"/>
              </a:spcAft>
              <a:buClr>
                <a:srgbClr val="FEFEFE"/>
              </a:buClr>
              <a:buSzPts val="10000"/>
              <a:buFont typeface="Arial"/>
              <a:buNone/>
              <a:defRPr sz="10000" b="0" i="0" u="none" strike="noStrike" cap="none">
                <a:solidFill>
                  <a:srgbClr val="FEFEFE"/>
                </a:solidFill>
                <a:latin typeface="Arial"/>
                <a:ea typeface="Arial"/>
                <a:cs typeface="Arial"/>
                <a:sym typeface="Arial"/>
              </a:defRPr>
            </a:lvl7pPr>
            <a:lvl8pPr marR="0" lvl="7" algn="l" rtl="0">
              <a:lnSpc>
                <a:spcPct val="104000"/>
              </a:lnSpc>
              <a:spcBef>
                <a:spcPts val="0"/>
              </a:spcBef>
              <a:spcAft>
                <a:spcPts val="0"/>
              </a:spcAft>
              <a:buClr>
                <a:srgbClr val="FEFEFE"/>
              </a:buClr>
              <a:buSzPts val="10000"/>
              <a:buFont typeface="Arial"/>
              <a:buNone/>
              <a:defRPr sz="10000" b="0" i="0" u="none" strike="noStrike" cap="none">
                <a:solidFill>
                  <a:srgbClr val="FEFEFE"/>
                </a:solidFill>
                <a:latin typeface="Arial"/>
                <a:ea typeface="Arial"/>
                <a:cs typeface="Arial"/>
                <a:sym typeface="Arial"/>
              </a:defRPr>
            </a:lvl8pPr>
            <a:lvl9pPr marR="0" lvl="8" algn="l" rtl="0">
              <a:lnSpc>
                <a:spcPct val="104000"/>
              </a:lnSpc>
              <a:spcBef>
                <a:spcPts val="0"/>
              </a:spcBef>
              <a:spcAft>
                <a:spcPts val="0"/>
              </a:spcAft>
              <a:buClr>
                <a:srgbClr val="FEFEFE"/>
              </a:buClr>
              <a:buSzPts val="10000"/>
              <a:buFont typeface="Arial"/>
              <a:buNone/>
              <a:defRPr sz="10000" b="0" i="0" u="none" strike="noStrike" cap="none">
                <a:solidFill>
                  <a:srgbClr val="FEFEFE"/>
                </a:solidFill>
                <a:latin typeface="Arial"/>
                <a:ea typeface="Arial"/>
                <a:cs typeface="Arial"/>
                <a:sym typeface="Arial"/>
              </a:defRPr>
            </a:lvl9pPr>
          </a:lstStyle>
          <a:p>
            <a:endParaRPr/>
          </a:p>
        </p:txBody>
      </p:sp>
      <p:sp>
        <p:nvSpPr>
          <p:cNvPr id="1173" name="Shape 1173"/>
          <p:cNvSpPr txBox="1">
            <a:spLocks noGrp="1"/>
          </p:cNvSpPr>
          <p:nvPr>
            <p:ph type="body" idx="1"/>
          </p:nvPr>
        </p:nvSpPr>
        <p:spPr>
          <a:xfrm>
            <a:off x="686113" y="4740653"/>
            <a:ext cx="21861547" cy="8975349"/>
          </a:xfrm>
          <a:prstGeom prst="rect">
            <a:avLst/>
          </a:prstGeom>
          <a:noFill/>
          <a:ln>
            <a:noFill/>
          </a:ln>
        </p:spPr>
        <p:txBody>
          <a:bodyPr spcFirstLastPara="1" wrap="square" lIns="91425" tIns="91425" rIns="91425" bIns="91425" anchor="t" anchorCtr="0"/>
          <a:lstStyle>
            <a:lvl1pPr marL="457200" marR="0" lvl="0" indent="-228600" algn="l" rtl="0">
              <a:lnSpc>
                <a:spcPct val="100000"/>
              </a:lnSpc>
              <a:spcBef>
                <a:spcPts val="1200"/>
              </a:spcBef>
              <a:spcAft>
                <a:spcPts val="0"/>
              </a:spcAft>
              <a:buClr>
                <a:srgbClr val="000000"/>
              </a:buClr>
              <a:buSzPts val="4000"/>
              <a:buFont typeface="Arial"/>
              <a:buNone/>
              <a:defRPr sz="4000" b="0" i="0" u="none" strike="noStrike" cap="none">
                <a:solidFill>
                  <a:srgbClr val="000000"/>
                </a:solidFill>
                <a:latin typeface="Arial"/>
                <a:ea typeface="Arial"/>
                <a:cs typeface="Arial"/>
                <a:sym typeface="Arial"/>
              </a:defRPr>
            </a:lvl1pPr>
            <a:lvl2pPr marL="914400" marR="0" lvl="1" indent="-482600" algn="l" rtl="0">
              <a:lnSpc>
                <a:spcPct val="100000"/>
              </a:lnSpc>
              <a:spcBef>
                <a:spcPts val="1200"/>
              </a:spcBef>
              <a:spcAft>
                <a:spcPts val="0"/>
              </a:spcAft>
              <a:buClr>
                <a:srgbClr val="000000"/>
              </a:buClr>
              <a:buSzPts val="4000"/>
              <a:buFont typeface="Arial"/>
              <a:buChar char="•"/>
              <a:defRPr sz="4000" b="0" i="0" u="none" strike="noStrike" cap="none">
                <a:solidFill>
                  <a:srgbClr val="000000"/>
                </a:solidFill>
                <a:latin typeface="Arial"/>
                <a:ea typeface="Arial"/>
                <a:cs typeface="Arial"/>
                <a:sym typeface="Arial"/>
              </a:defRPr>
            </a:lvl2pPr>
            <a:lvl3pPr marL="1371600" marR="0" lvl="2" indent="-482600" algn="l" rtl="0">
              <a:lnSpc>
                <a:spcPct val="100000"/>
              </a:lnSpc>
              <a:spcBef>
                <a:spcPts val="1200"/>
              </a:spcBef>
              <a:spcAft>
                <a:spcPts val="0"/>
              </a:spcAft>
              <a:buClr>
                <a:srgbClr val="000000"/>
              </a:buClr>
              <a:buSzPts val="4000"/>
              <a:buFont typeface="Arial"/>
              <a:buChar char="•"/>
              <a:defRPr sz="4000" b="0" i="0" u="none" strike="noStrike" cap="none">
                <a:solidFill>
                  <a:srgbClr val="000000"/>
                </a:solidFill>
                <a:latin typeface="Arial"/>
                <a:ea typeface="Arial"/>
                <a:cs typeface="Arial"/>
                <a:sym typeface="Arial"/>
              </a:defRPr>
            </a:lvl3pPr>
            <a:lvl4pPr marL="1828800" marR="0" lvl="3" indent="-482600" algn="l" rtl="0">
              <a:lnSpc>
                <a:spcPct val="100000"/>
              </a:lnSpc>
              <a:spcBef>
                <a:spcPts val="1200"/>
              </a:spcBef>
              <a:spcAft>
                <a:spcPts val="0"/>
              </a:spcAft>
              <a:buClr>
                <a:srgbClr val="000000"/>
              </a:buClr>
              <a:buSzPts val="4000"/>
              <a:buFont typeface="Arial"/>
              <a:buChar char="–"/>
              <a:defRPr sz="4000" b="0" i="0" u="none" strike="noStrike" cap="none">
                <a:solidFill>
                  <a:srgbClr val="000000"/>
                </a:solidFill>
                <a:latin typeface="Arial"/>
                <a:ea typeface="Arial"/>
                <a:cs typeface="Arial"/>
                <a:sym typeface="Arial"/>
              </a:defRPr>
            </a:lvl4pPr>
            <a:lvl5pPr marL="2286000" marR="0" lvl="4" indent="-482600" algn="l" rtl="0">
              <a:lnSpc>
                <a:spcPct val="100000"/>
              </a:lnSpc>
              <a:spcBef>
                <a:spcPts val="1200"/>
              </a:spcBef>
              <a:spcAft>
                <a:spcPts val="0"/>
              </a:spcAft>
              <a:buClr>
                <a:srgbClr val="000000"/>
              </a:buClr>
              <a:buSzPts val="4000"/>
              <a:buFont typeface="Arial"/>
              <a:buAutoNum type="arabicPeriod"/>
              <a:defRPr sz="4000" b="0" i="0" u="none" strike="noStrike" cap="none">
                <a:solidFill>
                  <a:srgbClr val="000000"/>
                </a:solidFill>
                <a:latin typeface="Arial"/>
                <a:ea typeface="Arial"/>
                <a:cs typeface="Arial"/>
                <a:sym typeface="Arial"/>
              </a:defRPr>
            </a:lvl5pPr>
            <a:lvl6pPr marL="2743200" marR="0" lvl="5" indent="-584200" algn="l" rtl="0">
              <a:lnSpc>
                <a:spcPct val="90000"/>
              </a:lnSpc>
              <a:spcBef>
                <a:spcPts val="2000"/>
              </a:spcBef>
              <a:spcAft>
                <a:spcPts val="0"/>
              </a:spcAft>
              <a:buClr>
                <a:srgbClr val="000000"/>
              </a:buClr>
              <a:buSzPts val="5600"/>
              <a:buFont typeface="Arial"/>
              <a:buChar char="•"/>
              <a:defRPr sz="5600" b="0" i="0" u="none" strike="noStrike" cap="none">
                <a:solidFill>
                  <a:srgbClr val="000000"/>
                </a:solidFill>
                <a:latin typeface="Arial"/>
                <a:ea typeface="Arial"/>
                <a:cs typeface="Arial"/>
                <a:sym typeface="Arial"/>
              </a:defRPr>
            </a:lvl6pPr>
            <a:lvl7pPr marL="3200400" marR="0" lvl="6" indent="-584200" algn="l" rtl="0">
              <a:lnSpc>
                <a:spcPct val="90000"/>
              </a:lnSpc>
              <a:spcBef>
                <a:spcPts val="2000"/>
              </a:spcBef>
              <a:spcAft>
                <a:spcPts val="0"/>
              </a:spcAft>
              <a:buClr>
                <a:srgbClr val="000000"/>
              </a:buClr>
              <a:buSzPts val="5600"/>
              <a:buFont typeface="Arial"/>
              <a:buChar char="•"/>
              <a:defRPr sz="5600" b="0" i="0" u="none" strike="noStrike" cap="none">
                <a:solidFill>
                  <a:srgbClr val="000000"/>
                </a:solidFill>
                <a:latin typeface="Arial"/>
                <a:ea typeface="Arial"/>
                <a:cs typeface="Arial"/>
                <a:sym typeface="Arial"/>
              </a:defRPr>
            </a:lvl7pPr>
            <a:lvl8pPr marL="3657600" marR="0" lvl="7" indent="-584200" algn="l" rtl="0">
              <a:lnSpc>
                <a:spcPct val="90000"/>
              </a:lnSpc>
              <a:spcBef>
                <a:spcPts val="2000"/>
              </a:spcBef>
              <a:spcAft>
                <a:spcPts val="0"/>
              </a:spcAft>
              <a:buClr>
                <a:srgbClr val="000000"/>
              </a:buClr>
              <a:buSzPts val="5600"/>
              <a:buFont typeface="Arial"/>
              <a:buChar char="•"/>
              <a:defRPr sz="5600" b="0" i="0" u="none" strike="noStrike" cap="none">
                <a:solidFill>
                  <a:srgbClr val="000000"/>
                </a:solidFill>
                <a:latin typeface="Arial"/>
                <a:ea typeface="Arial"/>
                <a:cs typeface="Arial"/>
                <a:sym typeface="Arial"/>
              </a:defRPr>
            </a:lvl8pPr>
            <a:lvl9pPr marL="4114800" marR="0" lvl="8" indent="-584200" algn="l" rtl="0">
              <a:lnSpc>
                <a:spcPct val="90000"/>
              </a:lnSpc>
              <a:spcBef>
                <a:spcPts val="2000"/>
              </a:spcBef>
              <a:spcAft>
                <a:spcPts val="0"/>
              </a:spcAft>
              <a:buClr>
                <a:srgbClr val="000000"/>
              </a:buClr>
              <a:buSzPts val="5600"/>
              <a:buFont typeface="Arial"/>
              <a:buChar char="•"/>
              <a:defRPr sz="5600" b="0" i="0" u="none" strike="noStrike" cap="none">
                <a:solidFill>
                  <a:srgbClr val="000000"/>
                </a:solidFill>
                <a:latin typeface="Arial"/>
                <a:ea typeface="Arial"/>
                <a:cs typeface="Arial"/>
                <a:sym typeface="Arial"/>
              </a:defRPr>
            </a:lvl9pPr>
          </a:lstStyle>
          <a:p>
            <a:endParaRPr/>
          </a:p>
        </p:txBody>
      </p:sp>
      <p:sp>
        <p:nvSpPr>
          <p:cNvPr id="1174" name="Shape 1174"/>
          <p:cNvSpPr txBox="1"/>
          <p:nvPr/>
        </p:nvSpPr>
        <p:spPr>
          <a:xfrm>
            <a:off x="21363666" y="744071"/>
            <a:ext cx="2343808" cy="215444"/>
          </a:xfrm>
          <a:prstGeom prst="rect">
            <a:avLst/>
          </a:prstGeom>
          <a:noFill/>
          <a:ln>
            <a:noFill/>
          </a:ln>
        </p:spPr>
        <p:txBody>
          <a:bodyPr spcFirstLastPara="1" wrap="square" lIns="0" tIns="0" rIns="0" bIns="0" anchor="t" anchorCtr="0">
            <a:noAutofit/>
          </a:bodyPr>
          <a:lstStyle/>
          <a:p>
            <a:pPr marL="0" marR="0" lvl="0" indent="0" algn="r" rtl="0">
              <a:spcBef>
                <a:spcPts val="0"/>
              </a:spcBef>
              <a:spcAft>
                <a:spcPts val="0"/>
              </a:spcAft>
              <a:buNone/>
            </a:pPr>
            <a:r>
              <a:rPr lang="en-AU" sz="1400">
                <a:solidFill>
                  <a:schemeClr val="accent1"/>
                </a:solidFill>
                <a:latin typeface="Helvetica Neue"/>
                <a:ea typeface="Helvetica Neue"/>
                <a:cs typeface="Helvetica Neue"/>
                <a:sym typeface="Helvetica Neue"/>
              </a:rPr>
              <a:t>‹#›</a:t>
            </a:r>
            <a:endParaRPr/>
          </a:p>
        </p:txBody>
      </p:sp>
      <p:sp>
        <p:nvSpPr>
          <p:cNvPr id="1175" name="Shape 1175"/>
          <p:cNvSpPr txBox="1">
            <a:spLocks noGrp="1"/>
          </p:cNvSpPr>
          <p:nvPr>
            <p:ph type="sldNum" idx="12"/>
          </p:nvPr>
        </p:nvSpPr>
        <p:spPr>
          <a:xfrm>
            <a:off x="17474063" y="12481869"/>
            <a:ext cx="5689230" cy="461665"/>
          </a:xfrm>
          <a:prstGeom prst="rect">
            <a:avLst/>
          </a:prstGeom>
          <a:noFill/>
          <a:ln>
            <a:noFill/>
          </a:ln>
        </p:spPr>
        <p:txBody>
          <a:bodyPr spcFirstLastPara="1" wrap="square" lIns="45700" tIns="45700" rIns="45700" bIns="45700" anchor="ctr" anchorCtr="0">
            <a:noAutofit/>
          </a:bodyPr>
          <a:lstStyle>
            <a:lvl1pPr marL="0" marR="0" lvl="0" indent="0" algn="r" rtl="0">
              <a:spcBef>
                <a:spcPts val="0"/>
              </a:spcBef>
              <a:buNone/>
              <a:defRPr sz="2400">
                <a:solidFill>
                  <a:srgbClr val="888888"/>
                </a:solidFill>
                <a:latin typeface="Helvetica Neue"/>
                <a:ea typeface="Helvetica Neue"/>
                <a:cs typeface="Helvetica Neue"/>
                <a:sym typeface="Helvetica Neue"/>
              </a:defRPr>
            </a:lvl1pPr>
            <a:lvl2pPr marL="0" marR="0" lvl="1" indent="0" algn="r" rtl="0">
              <a:spcBef>
                <a:spcPts val="0"/>
              </a:spcBef>
              <a:buNone/>
              <a:defRPr sz="2400">
                <a:solidFill>
                  <a:srgbClr val="888888"/>
                </a:solidFill>
                <a:latin typeface="Helvetica Neue"/>
                <a:ea typeface="Helvetica Neue"/>
                <a:cs typeface="Helvetica Neue"/>
                <a:sym typeface="Helvetica Neue"/>
              </a:defRPr>
            </a:lvl2pPr>
            <a:lvl3pPr marL="0" marR="0" lvl="2" indent="0" algn="r" rtl="0">
              <a:spcBef>
                <a:spcPts val="0"/>
              </a:spcBef>
              <a:buNone/>
              <a:defRPr sz="2400">
                <a:solidFill>
                  <a:srgbClr val="888888"/>
                </a:solidFill>
                <a:latin typeface="Helvetica Neue"/>
                <a:ea typeface="Helvetica Neue"/>
                <a:cs typeface="Helvetica Neue"/>
                <a:sym typeface="Helvetica Neue"/>
              </a:defRPr>
            </a:lvl3pPr>
            <a:lvl4pPr marL="0" marR="0" lvl="3" indent="0" algn="r" rtl="0">
              <a:spcBef>
                <a:spcPts val="0"/>
              </a:spcBef>
              <a:buNone/>
              <a:defRPr sz="2400">
                <a:solidFill>
                  <a:srgbClr val="888888"/>
                </a:solidFill>
                <a:latin typeface="Helvetica Neue"/>
                <a:ea typeface="Helvetica Neue"/>
                <a:cs typeface="Helvetica Neue"/>
                <a:sym typeface="Helvetica Neue"/>
              </a:defRPr>
            </a:lvl4pPr>
            <a:lvl5pPr marL="0" marR="0" lvl="4" indent="0" algn="r" rtl="0">
              <a:spcBef>
                <a:spcPts val="0"/>
              </a:spcBef>
              <a:buNone/>
              <a:defRPr sz="2400">
                <a:solidFill>
                  <a:srgbClr val="888888"/>
                </a:solidFill>
                <a:latin typeface="Helvetica Neue"/>
                <a:ea typeface="Helvetica Neue"/>
                <a:cs typeface="Helvetica Neue"/>
                <a:sym typeface="Helvetica Neue"/>
              </a:defRPr>
            </a:lvl5pPr>
            <a:lvl6pPr marL="0" marR="0" lvl="5" indent="0" algn="r" rtl="0">
              <a:spcBef>
                <a:spcPts val="0"/>
              </a:spcBef>
              <a:buNone/>
              <a:defRPr sz="2400">
                <a:solidFill>
                  <a:srgbClr val="888888"/>
                </a:solidFill>
                <a:latin typeface="Helvetica Neue"/>
                <a:ea typeface="Helvetica Neue"/>
                <a:cs typeface="Helvetica Neue"/>
                <a:sym typeface="Helvetica Neue"/>
              </a:defRPr>
            </a:lvl6pPr>
            <a:lvl7pPr marL="0" marR="0" lvl="6" indent="0" algn="r" rtl="0">
              <a:spcBef>
                <a:spcPts val="0"/>
              </a:spcBef>
              <a:buNone/>
              <a:defRPr sz="2400">
                <a:solidFill>
                  <a:srgbClr val="888888"/>
                </a:solidFill>
                <a:latin typeface="Helvetica Neue"/>
                <a:ea typeface="Helvetica Neue"/>
                <a:cs typeface="Helvetica Neue"/>
                <a:sym typeface="Helvetica Neue"/>
              </a:defRPr>
            </a:lvl7pPr>
            <a:lvl8pPr marL="0" marR="0" lvl="7" indent="0" algn="r" rtl="0">
              <a:spcBef>
                <a:spcPts val="0"/>
              </a:spcBef>
              <a:buNone/>
              <a:defRPr sz="2400">
                <a:solidFill>
                  <a:srgbClr val="888888"/>
                </a:solidFill>
                <a:latin typeface="Helvetica Neue"/>
                <a:ea typeface="Helvetica Neue"/>
                <a:cs typeface="Helvetica Neue"/>
                <a:sym typeface="Helvetica Neue"/>
              </a:defRPr>
            </a:lvl8pPr>
            <a:lvl9pPr marL="0" marR="0" lvl="8" indent="0" algn="r" rtl="0">
              <a:spcBef>
                <a:spcPts val="0"/>
              </a:spcBef>
              <a:buNone/>
              <a:defRPr sz="2400">
                <a:solidFill>
                  <a:srgbClr val="888888"/>
                </a:solidFill>
                <a:latin typeface="Helvetica Neue"/>
                <a:ea typeface="Helvetica Neue"/>
                <a:cs typeface="Helvetica Neue"/>
                <a:sym typeface="Helvetica Neue"/>
              </a:defRPr>
            </a:lvl9pPr>
          </a:lstStyle>
          <a:p>
            <a:pPr marL="0" lvl="0" indent="0">
              <a:spcBef>
                <a:spcPts val="0"/>
              </a:spcBef>
              <a:spcAft>
                <a:spcPts val="0"/>
              </a:spcAft>
              <a:buNone/>
            </a:pPr>
            <a:fld id="{00000000-1234-1234-1234-123412341234}" type="slidenum">
              <a:rPr lang="en-AU"/>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matchingName="Thankyou">
  <p:cSld name="Thankyou">
    <p:bg>
      <p:bgPr>
        <a:solidFill>
          <a:srgbClr val="FEFEFE"/>
        </a:solidFill>
        <a:effectLst/>
      </p:bgPr>
    </p:bg>
    <p:spTree>
      <p:nvGrpSpPr>
        <p:cNvPr id="1" name="Shape 1176"/>
        <p:cNvGrpSpPr/>
        <p:nvPr/>
      </p:nvGrpSpPr>
      <p:grpSpPr>
        <a:xfrm>
          <a:off x="0" y="0"/>
          <a:ext cx="0" cy="0"/>
          <a:chOff x="0" y="0"/>
          <a:chExt cx="0" cy="0"/>
        </a:xfrm>
      </p:grpSpPr>
      <p:grpSp>
        <p:nvGrpSpPr>
          <p:cNvPr id="1177" name="Shape 1177"/>
          <p:cNvGrpSpPr/>
          <p:nvPr/>
        </p:nvGrpSpPr>
        <p:grpSpPr>
          <a:xfrm>
            <a:off x="-2" y="-2"/>
            <a:ext cx="24393537" cy="13757705"/>
            <a:chOff x="-2" y="-1"/>
            <a:chExt cx="24382417" cy="13757704"/>
          </a:xfrm>
        </p:grpSpPr>
        <p:sp>
          <p:nvSpPr>
            <p:cNvPr id="1178" name="Shape 1178"/>
            <p:cNvSpPr/>
            <p:nvPr/>
          </p:nvSpPr>
          <p:spPr>
            <a:xfrm>
              <a:off x="-1" y="2251414"/>
              <a:ext cx="2678641" cy="7974891"/>
            </a:xfrm>
            <a:custGeom>
              <a:avLst/>
              <a:gdLst/>
              <a:ahLst/>
              <a:cxnLst/>
              <a:rect l="0" t="0" r="0" b="0"/>
              <a:pathLst>
                <a:path w="21600" h="21600" extrusionOk="0">
                  <a:moveTo>
                    <a:pt x="0" y="21600"/>
                  </a:moveTo>
                  <a:lnTo>
                    <a:pt x="21600" y="18668"/>
                  </a:lnTo>
                  <a:lnTo>
                    <a:pt x="14067" y="7698"/>
                  </a:lnTo>
                  <a:lnTo>
                    <a:pt x="0" y="0"/>
                  </a:lnTo>
                  <a:cubicBezTo>
                    <a:pt x="0" y="0"/>
                    <a:pt x="0" y="21600"/>
                    <a:pt x="0" y="2160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179" name="Shape 1179"/>
            <p:cNvSpPr/>
            <p:nvPr/>
          </p:nvSpPr>
          <p:spPr>
            <a:xfrm>
              <a:off x="1234208" y="1844532"/>
              <a:ext cx="8842907" cy="9197233"/>
            </a:xfrm>
            <a:custGeom>
              <a:avLst/>
              <a:gdLst/>
              <a:ahLst/>
              <a:cxnLst/>
              <a:rect l="0" t="0" r="0" b="0"/>
              <a:pathLst>
                <a:path w="21600" h="21600" extrusionOk="0">
                  <a:moveTo>
                    <a:pt x="3659" y="16746"/>
                  </a:moveTo>
                  <a:lnTo>
                    <a:pt x="9755" y="21600"/>
                  </a:lnTo>
                  <a:lnTo>
                    <a:pt x="21600" y="15739"/>
                  </a:lnTo>
                  <a:lnTo>
                    <a:pt x="17941" y="4854"/>
                  </a:lnTo>
                  <a:lnTo>
                    <a:pt x="11845" y="0"/>
                  </a:lnTo>
                  <a:lnTo>
                    <a:pt x="0" y="5861"/>
                  </a:lnTo>
                  <a:cubicBezTo>
                    <a:pt x="0" y="5861"/>
                    <a:pt x="3659" y="16746"/>
                    <a:pt x="3659" y="16746"/>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180" name="Shape 1180"/>
            <p:cNvSpPr/>
            <p:nvPr/>
          </p:nvSpPr>
          <p:spPr>
            <a:xfrm>
              <a:off x="-2" y="9738045"/>
              <a:ext cx="2439600" cy="4017963"/>
            </a:xfrm>
            <a:custGeom>
              <a:avLst/>
              <a:gdLst/>
              <a:ahLst/>
              <a:cxnLst/>
              <a:rect l="0" t="0" r="0" b="0"/>
              <a:pathLst>
                <a:path w="21600" h="21600" extrusionOk="0">
                  <a:moveTo>
                    <a:pt x="0" y="21600"/>
                  </a:moveTo>
                  <a:lnTo>
                    <a:pt x="21600" y="21600"/>
                  </a:lnTo>
                  <a:lnTo>
                    <a:pt x="13210" y="6221"/>
                  </a:lnTo>
                  <a:lnTo>
                    <a:pt x="0" y="0"/>
                  </a:lnTo>
                  <a:cubicBezTo>
                    <a:pt x="0" y="0"/>
                    <a:pt x="0" y="21600"/>
                    <a:pt x="0" y="2160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181" name="Shape 1181"/>
            <p:cNvSpPr/>
            <p:nvPr/>
          </p:nvSpPr>
          <p:spPr>
            <a:xfrm>
              <a:off x="15420833" y="1925908"/>
              <a:ext cx="8942932" cy="9036176"/>
            </a:xfrm>
            <a:custGeom>
              <a:avLst/>
              <a:gdLst/>
              <a:ahLst/>
              <a:cxnLst/>
              <a:rect l="0" t="0" r="0" b="0"/>
              <a:pathLst>
                <a:path w="21600" h="21600" extrusionOk="0">
                  <a:moveTo>
                    <a:pt x="0" y="8449"/>
                  </a:moveTo>
                  <a:lnTo>
                    <a:pt x="5636" y="16022"/>
                  </a:lnTo>
                  <a:lnTo>
                    <a:pt x="12209" y="21600"/>
                  </a:lnTo>
                  <a:lnTo>
                    <a:pt x="21600" y="13151"/>
                  </a:lnTo>
                  <a:lnTo>
                    <a:pt x="15964" y="5578"/>
                  </a:lnTo>
                  <a:lnTo>
                    <a:pt x="9391" y="0"/>
                  </a:lnTo>
                  <a:cubicBezTo>
                    <a:pt x="9391" y="0"/>
                    <a:pt x="0" y="8449"/>
                    <a:pt x="0" y="8449"/>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182" name="Shape 1182"/>
            <p:cNvSpPr/>
            <p:nvPr/>
          </p:nvSpPr>
          <p:spPr>
            <a:xfrm>
              <a:off x="2251413" y="8897156"/>
              <a:ext cx="7330662" cy="4858852"/>
            </a:xfrm>
            <a:custGeom>
              <a:avLst/>
              <a:gdLst/>
              <a:ahLst/>
              <a:cxnLst/>
              <a:rect l="0" t="0" r="0" b="0"/>
              <a:pathLst>
                <a:path w="21600" h="21600" extrusionOk="0">
                  <a:moveTo>
                    <a:pt x="665" y="16683"/>
                  </a:moveTo>
                  <a:lnTo>
                    <a:pt x="0" y="21600"/>
                  </a:lnTo>
                  <a:lnTo>
                    <a:pt x="19825" y="21600"/>
                  </a:lnTo>
                  <a:lnTo>
                    <a:pt x="21600" y="8467"/>
                  </a:lnTo>
                  <a:lnTo>
                    <a:pt x="6277" y="0"/>
                  </a:lnTo>
                  <a:cubicBezTo>
                    <a:pt x="6277" y="0"/>
                    <a:pt x="665" y="16683"/>
                    <a:pt x="665" y="16683"/>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183" name="Shape 1183"/>
            <p:cNvSpPr/>
            <p:nvPr/>
          </p:nvSpPr>
          <p:spPr>
            <a:xfrm>
              <a:off x="-1" y="-1"/>
              <a:ext cx="2063233" cy="2356527"/>
            </a:xfrm>
            <a:custGeom>
              <a:avLst/>
              <a:gdLst/>
              <a:ahLst/>
              <a:cxnLst/>
              <a:rect l="0" t="0" r="0" b="0"/>
              <a:pathLst>
                <a:path w="21600" h="21600" extrusionOk="0">
                  <a:moveTo>
                    <a:pt x="0" y="0"/>
                  </a:moveTo>
                  <a:lnTo>
                    <a:pt x="0" y="21600"/>
                  </a:lnTo>
                  <a:lnTo>
                    <a:pt x="14245" y="20250"/>
                  </a:lnTo>
                  <a:lnTo>
                    <a:pt x="21600" y="13862"/>
                  </a:lnTo>
                  <a:lnTo>
                    <a:pt x="19649" y="0"/>
                  </a:lnTo>
                  <a:cubicBezTo>
                    <a:pt x="19649" y="0"/>
                    <a:pt x="0" y="0"/>
                    <a:pt x="0" y="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184" name="Shape 1184"/>
            <p:cNvSpPr/>
            <p:nvPr/>
          </p:nvSpPr>
          <p:spPr>
            <a:xfrm>
              <a:off x="23449973" y="-1"/>
              <a:ext cx="929049" cy="2202252"/>
            </a:xfrm>
            <a:custGeom>
              <a:avLst/>
              <a:gdLst/>
              <a:ahLst/>
              <a:cxnLst/>
              <a:rect l="0" t="0" r="0" b="0"/>
              <a:pathLst>
                <a:path w="21600" h="21600" extrusionOk="0">
                  <a:moveTo>
                    <a:pt x="4537" y="0"/>
                  </a:moveTo>
                  <a:lnTo>
                    <a:pt x="0" y="13841"/>
                  </a:lnTo>
                  <a:lnTo>
                    <a:pt x="18139" y="21425"/>
                  </a:lnTo>
                  <a:lnTo>
                    <a:pt x="21600" y="21600"/>
                  </a:lnTo>
                  <a:lnTo>
                    <a:pt x="21600" y="0"/>
                  </a:lnTo>
                  <a:cubicBezTo>
                    <a:pt x="21600" y="0"/>
                    <a:pt x="4537" y="0"/>
                    <a:pt x="4537" y="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185" name="Shape 1185"/>
            <p:cNvSpPr/>
            <p:nvPr/>
          </p:nvSpPr>
          <p:spPr>
            <a:xfrm>
              <a:off x="21524066" y="3634813"/>
              <a:ext cx="2853262" cy="7118744"/>
            </a:xfrm>
            <a:custGeom>
              <a:avLst/>
              <a:gdLst/>
              <a:ahLst/>
              <a:cxnLst/>
              <a:rect l="0" t="0" r="0" b="0"/>
              <a:pathLst>
                <a:path w="21600" h="21600" extrusionOk="0">
                  <a:moveTo>
                    <a:pt x="0" y="5984"/>
                  </a:moveTo>
                  <a:lnTo>
                    <a:pt x="21600" y="21600"/>
                  </a:lnTo>
                  <a:lnTo>
                    <a:pt x="21600" y="0"/>
                  </a:lnTo>
                  <a:cubicBezTo>
                    <a:pt x="21600" y="0"/>
                    <a:pt x="0" y="5984"/>
                    <a:pt x="0" y="5984"/>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186" name="Shape 1186"/>
            <p:cNvSpPr/>
            <p:nvPr/>
          </p:nvSpPr>
          <p:spPr>
            <a:xfrm>
              <a:off x="8205456" y="2197163"/>
              <a:ext cx="9141287" cy="8508924"/>
            </a:xfrm>
            <a:custGeom>
              <a:avLst/>
              <a:gdLst/>
              <a:ahLst/>
              <a:cxnLst/>
              <a:rect l="0" t="0" r="0" b="0"/>
              <a:pathLst>
                <a:path w="21600" h="21600" extrusionOk="0">
                  <a:moveTo>
                    <a:pt x="5240" y="18416"/>
                  </a:moveTo>
                  <a:lnTo>
                    <a:pt x="16767" y="21600"/>
                  </a:lnTo>
                  <a:lnTo>
                    <a:pt x="21600" y="8376"/>
                  </a:lnTo>
                  <a:lnTo>
                    <a:pt x="16360" y="3184"/>
                  </a:lnTo>
                  <a:lnTo>
                    <a:pt x="4833" y="0"/>
                  </a:lnTo>
                  <a:lnTo>
                    <a:pt x="0" y="13224"/>
                  </a:lnTo>
                  <a:cubicBezTo>
                    <a:pt x="0" y="13224"/>
                    <a:pt x="5240" y="18416"/>
                    <a:pt x="5240" y="18416"/>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187" name="Shape 1187"/>
            <p:cNvSpPr/>
            <p:nvPr/>
          </p:nvSpPr>
          <p:spPr>
            <a:xfrm>
              <a:off x="16478727" y="-1"/>
              <a:ext cx="7903688" cy="3987446"/>
            </a:xfrm>
            <a:custGeom>
              <a:avLst/>
              <a:gdLst/>
              <a:ahLst/>
              <a:cxnLst/>
              <a:rect l="0" t="0" r="0" b="0"/>
              <a:pathLst>
                <a:path w="21600" h="21600" extrusionOk="0">
                  <a:moveTo>
                    <a:pt x="0" y="0"/>
                  </a:moveTo>
                  <a:lnTo>
                    <a:pt x="2254" y="11257"/>
                  </a:lnTo>
                  <a:lnTo>
                    <a:pt x="7831" y="21600"/>
                  </a:lnTo>
                  <a:lnTo>
                    <a:pt x="21600" y="7679"/>
                  </a:lnTo>
                  <a:lnTo>
                    <a:pt x="21600" y="7260"/>
                  </a:lnTo>
                  <a:lnTo>
                    <a:pt x="20146" y="0"/>
                  </a:lnTo>
                  <a:cubicBezTo>
                    <a:pt x="20146" y="0"/>
                    <a:pt x="0" y="0"/>
                    <a:pt x="0" y="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188" name="Shape 1188"/>
            <p:cNvSpPr/>
            <p:nvPr/>
          </p:nvSpPr>
          <p:spPr>
            <a:xfrm>
              <a:off x="9521042" y="-1"/>
              <a:ext cx="6835621" cy="3387295"/>
            </a:xfrm>
            <a:custGeom>
              <a:avLst/>
              <a:gdLst/>
              <a:ahLst/>
              <a:cxnLst/>
              <a:rect l="0" t="0" r="0" b="0"/>
              <a:pathLst>
                <a:path w="21600" h="21600" extrusionOk="0">
                  <a:moveTo>
                    <a:pt x="0" y="0"/>
                  </a:moveTo>
                  <a:lnTo>
                    <a:pt x="912" y="21600"/>
                  </a:lnTo>
                  <a:lnTo>
                    <a:pt x="21600" y="18093"/>
                  </a:lnTo>
                  <a:lnTo>
                    <a:pt x="21453" y="11090"/>
                  </a:lnTo>
                  <a:lnTo>
                    <a:pt x="20985" y="0"/>
                  </a:lnTo>
                  <a:cubicBezTo>
                    <a:pt x="20985" y="0"/>
                    <a:pt x="0" y="0"/>
                    <a:pt x="0" y="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189" name="Shape 1189"/>
            <p:cNvSpPr/>
            <p:nvPr/>
          </p:nvSpPr>
          <p:spPr>
            <a:xfrm>
              <a:off x="664573" y="-1"/>
              <a:ext cx="9029395" cy="4714749"/>
            </a:xfrm>
            <a:custGeom>
              <a:avLst/>
              <a:gdLst/>
              <a:ahLst/>
              <a:cxnLst/>
              <a:rect l="0" t="0" r="0" b="0"/>
              <a:pathLst>
                <a:path w="21600" h="21600" extrusionOk="0">
                  <a:moveTo>
                    <a:pt x="1384" y="0"/>
                  </a:moveTo>
                  <a:lnTo>
                    <a:pt x="0" y="8913"/>
                  </a:lnTo>
                  <a:lnTo>
                    <a:pt x="13612" y="21600"/>
                  </a:lnTo>
                  <a:lnTo>
                    <a:pt x="20237" y="8777"/>
                  </a:lnTo>
                  <a:lnTo>
                    <a:pt x="21600" y="0"/>
                  </a:lnTo>
                  <a:cubicBezTo>
                    <a:pt x="21600" y="0"/>
                    <a:pt x="1384" y="0"/>
                    <a:pt x="1384" y="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190" name="Shape 1190"/>
            <p:cNvSpPr/>
            <p:nvPr/>
          </p:nvSpPr>
          <p:spPr>
            <a:xfrm>
              <a:off x="7622258" y="8775091"/>
              <a:ext cx="9980482" cy="4977526"/>
            </a:xfrm>
            <a:custGeom>
              <a:avLst/>
              <a:gdLst/>
              <a:ahLst/>
              <a:cxnLst/>
              <a:rect l="0" t="0" r="0" b="0"/>
              <a:pathLst>
                <a:path w="21600" h="21600" extrusionOk="0">
                  <a:moveTo>
                    <a:pt x="5549" y="6130"/>
                  </a:moveTo>
                  <a:lnTo>
                    <a:pt x="0" y="16329"/>
                  </a:lnTo>
                  <a:lnTo>
                    <a:pt x="1064" y="21600"/>
                  </a:lnTo>
                  <a:lnTo>
                    <a:pt x="21600" y="21600"/>
                  </a:lnTo>
                  <a:lnTo>
                    <a:pt x="17240" y="0"/>
                  </a:lnTo>
                  <a:cubicBezTo>
                    <a:pt x="17240" y="0"/>
                    <a:pt x="5549" y="6130"/>
                    <a:pt x="5549" y="613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191" name="Shape 1191"/>
            <p:cNvSpPr/>
            <p:nvPr/>
          </p:nvSpPr>
          <p:spPr>
            <a:xfrm>
              <a:off x="22487020" y="10470433"/>
              <a:ext cx="1893699" cy="3287270"/>
            </a:xfrm>
            <a:custGeom>
              <a:avLst/>
              <a:gdLst/>
              <a:ahLst/>
              <a:cxnLst/>
              <a:rect l="0" t="0" r="0" b="0"/>
              <a:pathLst>
                <a:path w="21600" h="21600" extrusionOk="0">
                  <a:moveTo>
                    <a:pt x="0" y="21600"/>
                  </a:moveTo>
                  <a:lnTo>
                    <a:pt x="21600" y="21600"/>
                  </a:lnTo>
                  <a:lnTo>
                    <a:pt x="21600" y="0"/>
                  </a:lnTo>
                  <a:cubicBezTo>
                    <a:pt x="21600" y="0"/>
                    <a:pt x="0" y="21600"/>
                    <a:pt x="0" y="2160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192" name="Shape 1192"/>
            <p:cNvSpPr/>
            <p:nvPr/>
          </p:nvSpPr>
          <p:spPr>
            <a:xfrm>
              <a:off x="14851198" y="8829342"/>
              <a:ext cx="9521044" cy="4923275"/>
            </a:xfrm>
            <a:custGeom>
              <a:avLst/>
              <a:gdLst/>
              <a:ahLst/>
              <a:cxnLst/>
              <a:rect l="0" t="0" r="0" b="0"/>
              <a:pathLst>
                <a:path w="21600" h="21600" extrusionOk="0">
                  <a:moveTo>
                    <a:pt x="5165" y="6060"/>
                  </a:moveTo>
                  <a:lnTo>
                    <a:pt x="0" y="15408"/>
                  </a:lnTo>
                  <a:lnTo>
                    <a:pt x="1147" y="21600"/>
                  </a:lnTo>
                  <a:lnTo>
                    <a:pt x="21600" y="21600"/>
                  </a:lnTo>
                  <a:lnTo>
                    <a:pt x="21600" y="19275"/>
                  </a:lnTo>
                  <a:lnTo>
                    <a:pt x="18031" y="0"/>
                  </a:lnTo>
                  <a:cubicBezTo>
                    <a:pt x="18031" y="0"/>
                    <a:pt x="5165" y="6060"/>
                    <a:pt x="5165" y="6060"/>
                  </a:cubicBezTo>
                  <a:close/>
                </a:path>
              </a:pathLst>
            </a:custGeom>
            <a:solidFill>
              <a:srgbClr val="000000"/>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grpSp>
      <p:sp>
        <p:nvSpPr>
          <p:cNvPr id="1193" name="Shape 1193"/>
          <p:cNvSpPr txBox="1">
            <a:spLocks noGrp="1"/>
          </p:cNvSpPr>
          <p:nvPr>
            <p:ph type="title"/>
          </p:nvPr>
        </p:nvSpPr>
        <p:spPr>
          <a:xfrm>
            <a:off x="2733417" y="4081782"/>
            <a:ext cx="15632335" cy="4775201"/>
          </a:xfrm>
          <a:prstGeom prst="rect">
            <a:avLst/>
          </a:prstGeom>
          <a:noFill/>
          <a:ln>
            <a:noFill/>
          </a:ln>
        </p:spPr>
        <p:txBody>
          <a:bodyPr spcFirstLastPara="1" wrap="square" lIns="91425" tIns="91425" rIns="91425" bIns="91425" anchor="t" anchorCtr="0"/>
          <a:lstStyle>
            <a:lvl1pPr marR="0" lvl="0" algn="l" rtl="0">
              <a:lnSpc>
                <a:spcPct val="104000"/>
              </a:lnSpc>
              <a:spcBef>
                <a:spcPts val="0"/>
              </a:spcBef>
              <a:spcAft>
                <a:spcPts val="0"/>
              </a:spcAft>
              <a:buClr>
                <a:srgbClr val="FEFEFE"/>
              </a:buClr>
              <a:buSzPts val="10000"/>
              <a:buFont typeface="Arial"/>
              <a:buNone/>
              <a:defRPr sz="10000" b="0" i="0" u="none" strike="noStrike" cap="none">
                <a:solidFill>
                  <a:srgbClr val="FEFEFE"/>
                </a:solidFill>
                <a:latin typeface="Arial"/>
                <a:ea typeface="Arial"/>
                <a:cs typeface="Arial"/>
                <a:sym typeface="Arial"/>
              </a:defRPr>
            </a:lvl1pPr>
            <a:lvl2pPr marR="0" lvl="1" algn="l" rtl="0">
              <a:lnSpc>
                <a:spcPct val="104000"/>
              </a:lnSpc>
              <a:spcBef>
                <a:spcPts val="0"/>
              </a:spcBef>
              <a:spcAft>
                <a:spcPts val="0"/>
              </a:spcAft>
              <a:buClr>
                <a:srgbClr val="FEFEFE"/>
              </a:buClr>
              <a:buSzPts val="10000"/>
              <a:buFont typeface="Arial"/>
              <a:buNone/>
              <a:defRPr sz="10000" b="0" i="0" u="none" strike="noStrike" cap="none">
                <a:solidFill>
                  <a:srgbClr val="FEFEFE"/>
                </a:solidFill>
                <a:latin typeface="Arial"/>
                <a:ea typeface="Arial"/>
                <a:cs typeface="Arial"/>
                <a:sym typeface="Arial"/>
              </a:defRPr>
            </a:lvl2pPr>
            <a:lvl3pPr marR="0" lvl="2" algn="l" rtl="0">
              <a:lnSpc>
                <a:spcPct val="104000"/>
              </a:lnSpc>
              <a:spcBef>
                <a:spcPts val="0"/>
              </a:spcBef>
              <a:spcAft>
                <a:spcPts val="0"/>
              </a:spcAft>
              <a:buClr>
                <a:srgbClr val="FEFEFE"/>
              </a:buClr>
              <a:buSzPts val="10000"/>
              <a:buFont typeface="Arial"/>
              <a:buNone/>
              <a:defRPr sz="10000" b="0" i="0" u="none" strike="noStrike" cap="none">
                <a:solidFill>
                  <a:srgbClr val="FEFEFE"/>
                </a:solidFill>
                <a:latin typeface="Arial"/>
                <a:ea typeface="Arial"/>
                <a:cs typeface="Arial"/>
                <a:sym typeface="Arial"/>
              </a:defRPr>
            </a:lvl3pPr>
            <a:lvl4pPr marR="0" lvl="3" algn="l" rtl="0">
              <a:lnSpc>
                <a:spcPct val="104000"/>
              </a:lnSpc>
              <a:spcBef>
                <a:spcPts val="0"/>
              </a:spcBef>
              <a:spcAft>
                <a:spcPts val="0"/>
              </a:spcAft>
              <a:buClr>
                <a:srgbClr val="FEFEFE"/>
              </a:buClr>
              <a:buSzPts val="10000"/>
              <a:buFont typeface="Arial"/>
              <a:buNone/>
              <a:defRPr sz="10000" b="0" i="0" u="none" strike="noStrike" cap="none">
                <a:solidFill>
                  <a:srgbClr val="FEFEFE"/>
                </a:solidFill>
                <a:latin typeface="Arial"/>
                <a:ea typeface="Arial"/>
                <a:cs typeface="Arial"/>
                <a:sym typeface="Arial"/>
              </a:defRPr>
            </a:lvl4pPr>
            <a:lvl5pPr marR="0" lvl="4" algn="l" rtl="0">
              <a:lnSpc>
                <a:spcPct val="104000"/>
              </a:lnSpc>
              <a:spcBef>
                <a:spcPts val="0"/>
              </a:spcBef>
              <a:spcAft>
                <a:spcPts val="0"/>
              </a:spcAft>
              <a:buClr>
                <a:srgbClr val="FEFEFE"/>
              </a:buClr>
              <a:buSzPts val="10000"/>
              <a:buFont typeface="Arial"/>
              <a:buNone/>
              <a:defRPr sz="10000" b="0" i="0" u="none" strike="noStrike" cap="none">
                <a:solidFill>
                  <a:srgbClr val="FEFEFE"/>
                </a:solidFill>
                <a:latin typeface="Arial"/>
                <a:ea typeface="Arial"/>
                <a:cs typeface="Arial"/>
                <a:sym typeface="Arial"/>
              </a:defRPr>
            </a:lvl5pPr>
            <a:lvl6pPr marR="0" lvl="5" algn="l" rtl="0">
              <a:lnSpc>
                <a:spcPct val="104000"/>
              </a:lnSpc>
              <a:spcBef>
                <a:spcPts val="0"/>
              </a:spcBef>
              <a:spcAft>
                <a:spcPts val="0"/>
              </a:spcAft>
              <a:buClr>
                <a:srgbClr val="FEFEFE"/>
              </a:buClr>
              <a:buSzPts val="10000"/>
              <a:buFont typeface="Arial"/>
              <a:buNone/>
              <a:defRPr sz="10000" b="0" i="0" u="none" strike="noStrike" cap="none">
                <a:solidFill>
                  <a:srgbClr val="FEFEFE"/>
                </a:solidFill>
                <a:latin typeface="Arial"/>
                <a:ea typeface="Arial"/>
                <a:cs typeface="Arial"/>
                <a:sym typeface="Arial"/>
              </a:defRPr>
            </a:lvl6pPr>
            <a:lvl7pPr marR="0" lvl="6" algn="l" rtl="0">
              <a:lnSpc>
                <a:spcPct val="104000"/>
              </a:lnSpc>
              <a:spcBef>
                <a:spcPts val="0"/>
              </a:spcBef>
              <a:spcAft>
                <a:spcPts val="0"/>
              </a:spcAft>
              <a:buClr>
                <a:srgbClr val="FEFEFE"/>
              </a:buClr>
              <a:buSzPts val="10000"/>
              <a:buFont typeface="Arial"/>
              <a:buNone/>
              <a:defRPr sz="10000" b="0" i="0" u="none" strike="noStrike" cap="none">
                <a:solidFill>
                  <a:srgbClr val="FEFEFE"/>
                </a:solidFill>
                <a:latin typeface="Arial"/>
                <a:ea typeface="Arial"/>
                <a:cs typeface="Arial"/>
                <a:sym typeface="Arial"/>
              </a:defRPr>
            </a:lvl7pPr>
            <a:lvl8pPr marR="0" lvl="7" algn="l" rtl="0">
              <a:lnSpc>
                <a:spcPct val="104000"/>
              </a:lnSpc>
              <a:spcBef>
                <a:spcPts val="0"/>
              </a:spcBef>
              <a:spcAft>
                <a:spcPts val="0"/>
              </a:spcAft>
              <a:buClr>
                <a:srgbClr val="FEFEFE"/>
              </a:buClr>
              <a:buSzPts val="10000"/>
              <a:buFont typeface="Arial"/>
              <a:buNone/>
              <a:defRPr sz="10000" b="0" i="0" u="none" strike="noStrike" cap="none">
                <a:solidFill>
                  <a:srgbClr val="FEFEFE"/>
                </a:solidFill>
                <a:latin typeface="Arial"/>
                <a:ea typeface="Arial"/>
                <a:cs typeface="Arial"/>
                <a:sym typeface="Arial"/>
              </a:defRPr>
            </a:lvl8pPr>
            <a:lvl9pPr marR="0" lvl="8" algn="l" rtl="0">
              <a:lnSpc>
                <a:spcPct val="104000"/>
              </a:lnSpc>
              <a:spcBef>
                <a:spcPts val="0"/>
              </a:spcBef>
              <a:spcAft>
                <a:spcPts val="0"/>
              </a:spcAft>
              <a:buClr>
                <a:srgbClr val="FEFEFE"/>
              </a:buClr>
              <a:buSzPts val="10000"/>
              <a:buFont typeface="Arial"/>
              <a:buNone/>
              <a:defRPr sz="10000" b="0" i="0" u="none" strike="noStrike" cap="none">
                <a:solidFill>
                  <a:srgbClr val="FEFEFE"/>
                </a:solidFill>
                <a:latin typeface="Arial"/>
                <a:ea typeface="Arial"/>
                <a:cs typeface="Arial"/>
                <a:sym typeface="Arial"/>
              </a:defRPr>
            </a:lvl9pPr>
          </a:lstStyle>
          <a:p>
            <a:endParaRPr/>
          </a:p>
        </p:txBody>
      </p:sp>
      <p:grpSp>
        <p:nvGrpSpPr>
          <p:cNvPr id="1194" name="Shape 1194"/>
          <p:cNvGrpSpPr/>
          <p:nvPr/>
        </p:nvGrpSpPr>
        <p:grpSpPr>
          <a:xfrm>
            <a:off x="1384944" y="11155627"/>
            <a:ext cx="1396623" cy="1395987"/>
            <a:chOff x="0" y="0"/>
            <a:chExt cx="1395985" cy="1395985"/>
          </a:xfrm>
        </p:grpSpPr>
        <p:sp>
          <p:nvSpPr>
            <p:cNvPr id="1195" name="Shape 1195"/>
            <p:cNvSpPr/>
            <p:nvPr/>
          </p:nvSpPr>
          <p:spPr>
            <a:xfrm>
              <a:off x="0" y="0"/>
              <a:ext cx="1395985" cy="1395985"/>
            </a:xfrm>
            <a:custGeom>
              <a:avLst/>
              <a:gdLst/>
              <a:ahLst/>
              <a:cxnLst/>
              <a:rect l="0" t="0" r="0" b="0"/>
              <a:pathLst>
                <a:path w="21600" h="21600" extrusionOk="0">
                  <a:moveTo>
                    <a:pt x="0" y="21600"/>
                  </a:moveTo>
                  <a:lnTo>
                    <a:pt x="21600" y="21600"/>
                  </a:lnTo>
                  <a:lnTo>
                    <a:pt x="21600" y="0"/>
                  </a:lnTo>
                  <a:lnTo>
                    <a:pt x="0" y="0"/>
                  </a:lnTo>
                  <a:cubicBezTo>
                    <a:pt x="0" y="0"/>
                    <a:pt x="0" y="21600"/>
                    <a:pt x="0" y="21600"/>
                  </a:cubicBezTo>
                  <a:close/>
                </a:path>
              </a:pathLst>
            </a:custGeom>
            <a:solidFill>
              <a:srgbClr val="000000"/>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196" name="Shape 1196"/>
            <p:cNvSpPr/>
            <p:nvPr/>
          </p:nvSpPr>
          <p:spPr>
            <a:xfrm>
              <a:off x="251184" y="256109"/>
              <a:ext cx="920704" cy="880390"/>
            </a:xfrm>
            <a:custGeom>
              <a:avLst/>
              <a:gdLst/>
              <a:ahLst/>
              <a:cxnLst/>
              <a:rect l="0" t="0" r="0" b="0"/>
              <a:pathLst>
                <a:path w="21600" h="21458" extrusionOk="0">
                  <a:moveTo>
                    <a:pt x="16952" y="15509"/>
                  </a:moveTo>
                  <a:lnTo>
                    <a:pt x="21600" y="10680"/>
                  </a:lnTo>
                  <a:lnTo>
                    <a:pt x="20270" y="9299"/>
                  </a:lnTo>
                  <a:lnTo>
                    <a:pt x="15965" y="13772"/>
                  </a:lnTo>
                  <a:lnTo>
                    <a:pt x="14953" y="12721"/>
                  </a:lnTo>
                  <a:lnTo>
                    <a:pt x="13624" y="14101"/>
                  </a:lnTo>
                  <a:lnTo>
                    <a:pt x="14978" y="15509"/>
                  </a:lnTo>
                  <a:cubicBezTo>
                    <a:pt x="15523" y="16075"/>
                    <a:pt x="16407" y="16075"/>
                    <a:pt x="16952" y="15509"/>
                  </a:cubicBezTo>
                  <a:moveTo>
                    <a:pt x="19010" y="6901"/>
                  </a:moveTo>
                  <a:lnTo>
                    <a:pt x="20782" y="5059"/>
                  </a:lnTo>
                  <a:lnTo>
                    <a:pt x="19010" y="3217"/>
                  </a:lnTo>
                  <a:lnTo>
                    <a:pt x="18177" y="4082"/>
                  </a:lnTo>
                  <a:lnTo>
                    <a:pt x="13753" y="4082"/>
                  </a:lnTo>
                  <a:lnTo>
                    <a:pt x="12920" y="3217"/>
                  </a:lnTo>
                  <a:lnTo>
                    <a:pt x="11148" y="5059"/>
                  </a:lnTo>
                  <a:lnTo>
                    <a:pt x="12920" y="6901"/>
                  </a:lnTo>
                  <a:lnTo>
                    <a:pt x="13753" y="6036"/>
                  </a:lnTo>
                  <a:lnTo>
                    <a:pt x="15025" y="6036"/>
                  </a:lnTo>
                  <a:lnTo>
                    <a:pt x="15025" y="8650"/>
                  </a:lnTo>
                  <a:cubicBezTo>
                    <a:pt x="15602" y="8295"/>
                    <a:pt x="16328" y="8294"/>
                    <a:pt x="16905" y="8650"/>
                  </a:cubicBezTo>
                  <a:lnTo>
                    <a:pt x="16905" y="6036"/>
                  </a:lnTo>
                  <a:lnTo>
                    <a:pt x="18177" y="6036"/>
                  </a:lnTo>
                  <a:cubicBezTo>
                    <a:pt x="18177" y="6036"/>
                    <a:pt x="19010" y="6901"/>
                    <a:pt x="19010" y="6901"/>
                  </a:cubicBezTo>
                  <a:close/>
                  <a:moveTo>
                    <a:pt x="15965" y="3684"/>
                  </a:moveTo>
                  <a:lnTo>
                    <a:pt x="17738" y="1843"/>
                  </a:lnTo>
                  <a:lnTo>
                    <a:pt x="15965" y="0"/>
                  </a:lnTo>
                  <a:lnTo>
                    <a:pt x="14192" y="1843"/>
                  </a:lnTo>
                  <a:cubicBezTo>
                    <a:pt x="14192" y="1843"/>
                    <a:pt x="15965" y="3684"/>
                    <a:pt x="15965" y="3684"/>
                  </a:cubicBezTo>
                  <a:close/>
                  <a:moveTo>
                    <a:pt x="11660" y="9299"/>
                  </a:moveTo>
                  <a:lnTo>
                    <a:pt x="10331" y="10680"/>
                  </a:lnTo>
                  <a:lnTo>
                    <a:pt x="11660" y="12061"/>
                  </a:lnTo>
                  <a:lnTo>
                    <a:pt x="12989" y="10680"/>
                  </a:lnTo>
                  <a:cubicBezTo>
                    <a:pt x="12989" y="10680"/>
                    <a:pt x="11660" y="9299"/>
                    <a:pt x="11660" y="9299"/>
                  </a:cubicBezTo>
                  <a:close/>
                  <a:moveTo>
                    <a:pt x="8282" y="17567"/>
                  </a:moveTo>
                  <a:cubicBezTo>
                    <a:pt x="8282" y="15877"/>
                    <a:pt x="7291" y="14733"/>
                    <a:pt x="5701" y="14733"/>
                  </a:cubicBezTo>
                  <a:lnTo>
                    <a:pt x="122" y="14733"/>
                  </a:lnTo>
                  <a:lnTo>
                    <a:pt x="122" y="16550"/>
                  </a:lnTo>
                  <a:lnTo>
                    <a:pt x="5676" y="16550"/>
                  </a:lnTo>
                  <a:cubicBezTo>
                    <a:pt x="6324" y="16550"/>
                    <a:pt x="6728" y="16944"/>
                    <a:pt x="6728" y="17567"/>
                  </a:cubicBezTo>
                  <a:cubicBezTo>
                    <a:pt x="6728" y="18202"/>
                    <a:pt x="6324" y="18583"/>
                    <a:pt x="5676" y="18583"/>
                  </a:cubicBezTo>
                  <a:lnTo>
                    <a:pt x="122" y="18583"/>
                  </a:lnTo>
                  <a:lnTo>
                    <a:pt x="122" y="20401"/>
                  </a:lnTo>
                  <a:lnTo>
                    <a:pt x="5701" y="20401"/>
                  </a:lnTo>
                  <a:cubicBezTo>
                    <a:pt x="7291" y="20401"/>
                    <a:pt x="8282" y="19257"/>
                    <a:pt x="8282" y="17567"/>
                  </a:cubicBezTo>
                  <a:moveTo>
                    <a:pt x="8282" y="3811"/>
                  </a:moveTo>
                  <a:cubicBezTo>
                    <a:pt x="8282" y="2032"/>
                    <a:pt x="7242" y="1015"/>
                    <a:pt x="5762" y="1015"/>
                  </a:cubicBezTo>
                  <a:cubicBezTo>
                    <a:pt x="4282" y="1015"/>
                    <a:pt x="3768" y="2006"/>
                    <a:pt x="3389" y="3049"/>
                  </a:cubicBezTo>
                  <a:lnTo>
                    <a:pt x="3009" y="4091"/>
                  </a:lnTo>
                  <a:cubicBezTo>
                    <a:pt x="2801" y="4663"/>
                    <a:pt x="2447" y="4764"/>
                    <a:pt x="2214" y="4764"/>
                  </a:cubicBezTo>
                  <a:cubicBezTo>
                    <a:pt x="1774" y="4764"/>
                    <a:pt x="1443" y="4434"/>
                    <a:pt x="1443" y="3849"/>
                  </a:cubicBezTo>
                  <a:cubicBezTo>
                    <a:pt x="1443" y="3277"/>
                    <a:pt x="1811" y="2896"/>
                    <a:pt x="2385" y="2896"/>
                  </a:cubicBezTo>
                  <a:lnTo>
                    <a:pt x="2606" y="2896"/>
                  </a:lnTo>
                  <a:lnTo>
                    <a:pt x="2606" y="1193"/>
                  </a:lnTo>
                  <a:lnTo>
                    <a:pt x="2422" y="1193"/>
                  </a:lnTo>
                  <a:cubicBezTo>
                    <a:pt x="930" y="1193"/>
                    <a:pt x="0" y="2261"/>
                    <a:pt x="0" y="3849"/>
                  </a:cubicBezTo>
                  <a:cubicBezTo>
                    <a:pt x="0" y="5514"/>
                    <a:pt x="1101" y="6480"/>
                    <a:pt x="2324" y="6480"/>
                  </a:cubicBezTo>
                  <a:cubicBezTo>
                    <a:pt x="3499" y="6480"/>
                    <a:pt x="4196" y="5845"/>
                    <a:pt x="4636" y="4637"/>
                  </a:cubicBezTo>
                  <a:lnTo>
                    <a:pt x="5065" y="3468"/>
                  </a:lnTo>
                  <a:cubicBezTo>
                    <a:pt x="5260" y="2947"/>
                    <a:pt x="5529" y="2743"/>
                    <a:pt x="5933" y="2743"/>
                  </a:cubicBezTo>
                  <a:cubicBezTo>
                    <a:pt x="6496" y="2743"/>
                    <a:pt x="6826" y="3125"/>
                    <a:pt x="6826" y="3811"/>
                  </a:cubicBezTo>
                  <a:cubicBezTo>
                    <a:pt x="6826" y="4497"/>
                    <a:pt x="6520" y="4917"/>
                    <a:pt x="5872" y="4917"/>
                  </a:cubicBezTo>
                  <a:lnTo>
                    <a:pt x="5578" y="4917"/>
                  </a:lnTo>
                  <a:lnTo>
                    <a:pt x="5578" y="6633"/>
                  </a:lnTo>
                  <a:lnTo>
                    <a:pt x="5860" y="6633"/>
                  </a:lnTo>
                  <a:cubicBezTo>
                    <a:pt x="7352" y="6633"/>
                    <a:pt x="8282" y="5438"/>
                    <a:pt x="8282" y="3811"/>
                  </a:cubicBezTo>
                  <a:moveTo>
                    <a:pt x="1676" y="7753"/>
                  </a:moveTo>
                  <a:lnTo>
                    <a:pt x="122" y="7753"/>
                  </a:lnTo>
                  <a:lnTo>
                    <a:pt x="122" y="13129"/>
                  </a:lnTo>
                  <a:lnTo>
                    <a:pt x="1676" y="13129"/>
                  </a:lnTo>
                  <a:lnTo>
                    <a:pt x="1676" y="11350"/>
                  </a:lnTo>
                  <a:lnTo>
                    <a:pt x="8159" y="11350"/>
                  </a:lnTo>
                  <a:lnTo>
                    <a:pt x="8159" y="9533"/>
                  </a:lnTo>
                  <a:lnTo>
                    <a:pt x="1676" y="9533"/>
                  </a:lnTo>
                  <a:cubicBezTo>
                    <a:pt x="1676" y="9533"/>
                    <a:pt x="1676" y="7753"/>
                    <a:pt x="1676" y="7753"/>
                  </a:cubicBezTo>
                  <a:close/>
                  <a:moveTo>
                    <a:pt x="14978" y="9273"/>
                  </a:moveTo>
                  <a:lnTo>
                    <a:pt x="10331" y="14101"/>
                  </a:lnTo>
                  <a:lnTo>
                    <a:pt x="11660" y="15483"/>
                  </a:lnTo>
                  <a:lnTo>
                    <a:pt x="15965" y="11009"/>
                  </a:lnTo>
                  <a:lnTo>
                    <a:pt x="16978" y="12061"/>
                  </a:lnTo>
                  <a:lnTo>
                    <a:pt x="18307" y="10680"/>
                  </a:lnTo>
                  <a:lnTo>
                    <a:pt x="16952" y="9273"/>
                  </a:lnTo>
                  <a:cubicBezTo>
                    <a:pt x="16407" y="8707"/>
                    <a:pt x="15523" y="8707"/>
                    <a:pt x="14978" y="9273"/>
                  </a:cubicBezTo>
                  <a:moveTo>
                    <a:pt x="12294" y="15483"/>
                  </a:moveTo>
                  <a:lnTo>
                    <a:pt x="10964" y="16864"/>
                  </a:lnTo>
                  <a:lnTo>
                    <a:pt x="12319" y="18271"/>
                  </a:lnTo>
                  <a:cubicBezTo>
                    <a:pt x="12864" y="18838"/>
                    <a:pt x="13748" y="18838"/>
                    <a:pt x="14293" y="18271"/>
                  </a:cubicBezTo>
                  <a:lnTo>
                    <a:pt x="15648" y="16863"/>
                  </a:lnTo>
                  <a:lnTo>
                    <a:pt x="14319" y="15483"/>
                  </a:lnTo>
                  <a:lnTo>
                    <a:pt x="13307" y="16534"/>
                  </a:lnTo>
                  <a:cubicBezTo>
                    <a:pt x="13307" y="16534"/>
                    <a:pt x="12294" y="15483"/>
                    <a:pt x="12294" y="15483"/>
                  </a:cubicBezTo>
                  <a:close/>
                  <a:moveTo>
                    <a:pt x="14953" y="18245"/>
                  </a:moveTo>
                  <a:lnTo>
                    <a:pt x="13623" y="19626"/>
                  </a:lnTo>
                  <a:lnTo>
                    <a:pt x="14978" y="21033"/>
                  </a:lnTo>
                  <a:cubicBezTo>
                    <a:pt x="15523" y="21600"/>
                    <a:pt x="16407" y="21600"/>
                    <a:pt x="16952" y="21033"/>
                  </a:cubicBezTo>
                  <a:lnTo>
                    <a:pt x="18307" y="19626"/>
                  </a:lnTo>
                  <a:lnTo>
                    <a:pt x="16978" y="18245"/>
                  </a:lnTo>
                  <a:lnTo>
                    <a:pt x="15965" y="19296"/>
                  </a:lnTo>
                  <a:cubicBezTo>
                    <a:pt x="15965" y="19296"/>
                    <a:pt x="14953" y="18245"/>
                    <a:pt x="14953" y="18245"/>
                  </a:cubicBezTo>
                  <a:close/>
                  <a:moveTo>
                    <a:pt x="20271" y="15483"/>
                  </a:moveTo>
                  <a:lnTo>
                    <a:pt x="21600" y="14101"/>
                  </a:lnTo>
                  <a:lnTo>
                    <a:pt x="20270" y="12720"/>
                  </a:lnTo>
                  <a:lnTo>
                    <a:pt x="18941" y="14101"/>
                  </a:lnTo>
                  <a:cubicBezTo>
                    <a:pt x="18941" y="14101"/>
                    <a:pt x="20271" y="15483"/>
                    <a:pt x="20271" y="15483"/>
                  </a:cubicBezTo>
                  <a:close/>
                  <a:moveTo>
                    <a:pt x="17637" y="18271"/>
                  </a:moveTo>
                  <a:cubicBezTo>
                    <a:pt x="18182" y="18838"/>
                    <a:pt x="19066" y="18838"/>
                    <a:pt x="19612" y="18271"/>
                  </a:cubicBezTo>
                  <a:lnTo>
                    <a:pt x="20966" y="16864"/>
                  </a:lnTo>
                  <a:lnTo>
                    <a:pt x="19636" y="15483"/>
                  </a:lnTo>
                  <a:lnTo>
                    <a:pt x="18624" y="16534"/>
                  </a:lnTo>
                  <a:lnTo>
                    <a:pt x="17611" y="15483"/>
                  </a:lnTo>
                  <a:lnTo>
                    <a:pt x="16282" y="16863"/>
                  </a:lnTo>
                  <a:cubicBezTo>
                    <a:pt x="16282" y="16863"/>
                    <a:pt x="17637" y="18271"/>
                    <a:pt x="17637" y="18271"/>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grpSp>
      <p:sp>
        <p:nvSpPr>
          <p:cNvPr id="1197" name="Shape 1197"/>
          <p:cNvSpPr txBox="1">
            <a:spLocks noGrp="1"/>
          </p:cNvSpPr>
          <p:nvPr>
            <p:ph type="sldNum" idx="12"/>
          </p:nvPr>
        </p:nvSpPr>
        <p:spPr>
          <a:xfrm>
            <a:off x="17474063" y="12481869"/>
            <a:ext cx="5689230" cy="461665"/>
          </a:xfrm>
          <a:prstGeom prst="rect">
            <a:avLst/>
          </a:prstGeom>
          <a:noFill/>
          <a:ln>
            <a:noFill/>
          </a:ln>
        </p:spPr>
        <p:txBody>
          <a:bodyPr spcFirstLastPara="1" wrap="square" lIns="45700" tIns="45700" rIns="45700" bIns="45700" anchor="ctr" anchorCtr="0">
            <a:noAutofit/>
          </a:bodyPr>
          <a:lstStyle>
            <a:lvl1pPr marL="0" marR="0" lvl="0" indent="0" algn="r" rtl="0">
              <a:spcBef>
                <a:spcPts val="0"/>
              </a:spcBef>
              <a:buNone/>
              <a:defRPr sz="2400">
                <a:solidFill>
                  <a:srgbClr val="888888"/>
                </a:solidFill>
                <a:latin typeface="Helvetica Neue"/>
                <a:ea typeface="Helvetica Neue"/>
                <a:cs typeface="Helvetica Neue"/>
                <a:sym typeface="Helvetica Neue"/>
              </a:defRPr>
            </a:lvl1pPr>
            <a:lvl2pPr marL="0" marR="0" lvl="1" indent="0" algn="r" rtl="0">
              <a:spcBef>
                <a:spcPts val="0"/>
              </a:spcBef>
              <a:buNone/>
              <a:defRPr sz="2400">
                <a:solidFill>
                  <a:srgbClr val="888888"/>
                </a:solidFill>
                <a:latin typeface="Helvetica Neue"/>
                <a:ea typeface="Helvetica Neue"/>
                <a:cs typeface="Helvetica Neue"/>
                <a:sym typeface="Helvetica Neue"/>
              </a:defRPr>
            </a:lvl2pPr>
            <a:lvl3pPr marL="0" marR="0" lvl="2" indent="0" algn="r" rtl="0">
              <a:spcBef>
                <a:spcPts val="0"/>
              </a:spcBef>
              <a:buNone/>
              <a:defRPr sz="2400">
                <a:solidFill>
                  <a:srgbClr val="888888"/>
                </a:solidFill>
                <a:latin typeface="Helvetica Neue"/>
                <a:ea typeface="Helvetica Neue"/>
                <a:cs typeface="Helvetica Neue"/>
                <a:sym typeface="Helvetica Neue"/>
              </a:defRPr>
            </a:lvl3pPr>
            <a:lvl4pPr marL="0" marR="0" lvl="3" indent="0" algn="r" rtl="0">
              <a:spcBef>
                <a:spcPts val="0"/>
              </a:spcBef>
              <a:buNone/>
              <a:defRPr sz="2400">
                <a:solidFill>
                  <a:srgbClr val="888888"/>
                </a:solidFill>
                <a:latin typeface="Helvetica Neue"/>
                <a:ea typeface="Helvetica Neue"/>
                <a:cs typeface="Helvetica Neue"/>
                <a:sym typeface="Helvetica Neue"/>
              </a:defRPr>
            </a:lvl4pPr>
            <a:lvl5pPr marL="0" marR="0" lvl="4" indent="0" algn="r" rtl="0">
              <a:spcBef>
                <a:spcPts val="0"/>
              </a:spcBef>
              <a:buNone/>
              <a:defRPr sz="2400">
                <a:solidFill>
                  <a:srgbClr val="888888"/>
                </a:solidFill>
                <a:latin typeface="Helvetica Neue"/>
                <a:ea typeface="Helvetica Neue"/>
                <a:cs typeface="Helvetica Neue"/>
                <a:sym typeface="Helvetica Neue"/>
              </a:defRPr>
            </a:lvl5pPr>
            <a:lvl6pPr marL="0" marR="0" lvl="5" indent="0" algn="r" rtl="0">
              <a:spcBef>
                <a:spcPts val="0"/>
              </a:spcBef>
              <a:buNone/>
              <a:defRPr sz="2400">
                <a:solidFill>
                  <a:srgbClr val="888888"/>
                </a:solidFill>
                <a:latin typeface="Helvetica Neue"/>
                <a:ea typeface="Helvetica Neue"/>
                <a:cs typeface="Helvetica Neue"/>
                <a:sym typeface="Helvetica Neue"/>
              </a:defRPr>
            </a:lvl6pPr>
            <a:lvl7pPr marL="0" marR="0" lvl="6" indent="0" algn="r" rtl="0">
              <a:spcBef>
                <a:spcPts val="0"/>
              </a:spcBef>
              <a:buNone/>
              <a:defRPr sz="2400">
                <a:solidFill>
                  <a:srgbClr val="888888"/>
                </a:solidFill>
                <a:latin typeface="Helvetica Neue"/>
                <a:ea typeface="Helvetica Neue"/>
                <a:cs typeface="Helvetica Neue"/>
                <a:sym typeface="Helvetica Neue"/>
              </a:defRPr>
            </a:lvl7pPr>
            <a:lvl8pPr marL="0" marR="0" lvl="7" indent="0" algn="r" rtl="0">
              <a:spcBef>
                <a:spcPts val="0"/>
              </a:spcBef>
              <a:buNone/>
              <a:defRPr sz="2400">
                <a:solidFill>
                  <a:srgbClr val="888888"/>
                </a:solidFill>
                <a:latin typeface="Helvetica Neue"/>
                <a:ea typeface="Helvetica Neue"/>
                <a:cs typeface="Helvetica Neue"/>
                <a:sym typeface="Helvetica Neue"/>
              </a:defRPr>
            </a:lvl8pPr>
            <a:lvl9pPr marL="0" marR="0" lvl="8" indent="0" algn="r" rtl="0">
              <a:spcBef>
                <a:spcPts val="0"/>
              </a:spcBef>
              <a:buNone/>
              <a:defRPr sz="2400">
                <a:solidFill>
                  <a:srgbClr val="888888"/>
                </a:solidFill>
                <a:latin typeface="Helvetica Neue"/>
                <a:ea typeface="Helvetica Neue"/>
                <a:cs typeface="Helvetica Neue"/>
                <a:sym typeface="Helvetica Neue"/>
              </a:defRPr>
            </a:lvl9pPr>
          </a:lstStyle>
          <a:p>
            <a:pPr marL="0" lvl="0" indent="0">
              <a:spcBef>
                <a:spcPts val="0"/>
              </a:spcBef>
              <a:spcAft>
                <a:spcPts val="0"/>
              </a:spcAft>
              <a:buNone/>
            </a:pPr>
            <a:fld id="{00000000-1234-1234-1234-123412341234}" type="slidenum">
              <a:rPr lang="en-AU"/>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matchingName="Title, text 2 column and image">
  <p:cSld name="1_Title, text 2 column and image">
    <p:bg>
      <p:bgPr>
        <a:solidFill>
          <a:srgbClr val="FEFEFE"/>
        </a:solidFill>
        <a:effectLst/>
      </p:bgPr>
    </p:bg>
    <p:spTree>
      <p:nvGrpSpPr>
        <p:cNvPr id="1" name="Shape 439"/>
        <p:cNvGrpSpPr/>
        <p:nvPr/>
      </p:nvGrpSpPr>
      <p:grpSpPr>
        <a:xfrm>
          <a:off x="0" y="0"/>
          <a:ext cx="0" cy="0"/>
          <a:chOff x="0" y="0"/>
          <a:chExt cx="0" cy="0"/>
        </a:xfrm>
      </p:grpSpPr>
      <p:grpSp>
        <p:nvGrpSpPr>
          <p:cNvPr id="440" name="Shape 440"/>
          <p:cNvGrpSpPr/>
          <p:nvPr/>
        </p:nvGrpSpPr>
        <p:grpSpPr>
          <a:xfrm>
            <a:off x="533643" y="-2"/>
            <a:ext cx="23839242" cy="4962527"/>
            <a:chOff x="0" y="-1"/>
            <a:chExt cx="23828374" cy="4962526"/>
          </a:xfrm>
        </p:grpSpPr>
        <p:sp>
          <p:nvSpPr>
            <p:cNvPr id="441" name="Shape 441"/>
            <p:cNvSpPr/>
            <p:nvPr/>
          </p:nvSpPr>
          <p:spPr>
            <a:xfrm>
              <a:off x="4584700" y="-1"/>
              <a:ext cx="511176" cy="450851"/>
            </a:xfrm>
            <a:custGeom>
              <a:avLst/>
              <a:gdLst/>
              <a:ahLst/>
              <a:cxnLst/>
              <a:rect l="0" t="0" r="0" b="0"/>
              <a:pathLst>
                <a:path w="21600" h="21600" extrusionOk="0">
                  <a:moveTo>
                    <a:pt x="0" y="0"/>
                  </a:moveTo>
                  <a:lnTo>
                    <a:pt x="66" y="21600"/>
                  </a:lnTo>
                  <a:lnTo>
                    <a:pt x="21600" y="21515"/>
                  </a:lnTo>
                  <a:lnTo>
                    <a:pt x="21534" y="0"/>
                  </a:lnTo>
                  <a:cubicBezTo>
                    <a:pt x="21534" y="0"/>
                    <a:pt x="0" y="0"/>
                    <a:pt x="0" y="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442" name="Shape 442"/>
            <p:cNvSpPr/>
            <p:nvPr/>
          </p:nvSpPr>
          <p:spPr>
            <a:xfrm>
              <a:off x="3048000" y="-1"/>
              <a:ext cx="511176" cy="457201"/>
            </a:xfrm>
            <a:custGeom>
              <a:avLst/>
              <a:gdLst/>
              <a:ahLst/>
              <a:cxnLst/>
              <a:rect l="0" t="0" r="0" b="0"/>
              <a:pathLst>
                <a:path w="21600" h="21600" extrusionOk="0">
                  <a:moveTo>
                    <a:pt x="0" y="0"/>
                  </a:moveTo>
                  <a:lnTo>
                    <a:pt x="68" y="21600"/>
                  </a:lnTo>
                  <a:lnTo>
                    <a:pt x="21600" y="21516"/>
                  </a:lnTo>
                  <a:lnTo>
                    <a:pt x="21533" y="0"/>
                  </a:lnTo>
                  <a:cubicBezTo>
                    <a:pt x="21533" y="0"/>
                    <a:pt x="0" y="0"/>
                    <a:pt x="0" y="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443" name="Shape 443"/>
            <p:cNvSpPr/>
            <p:nvPr/>
          </p:nvSpPr>
          <p:spPr>
            <a:xfrm>
              <a:off x="4076700" y="965200"/>
              <a:ext cx="511176" cy="511176"/>
            </a:xfrm>
            <a:custGeom>
              <a:avLst/>
              <a:gdLst/>
              <a:ahLst/>
              <a:cxnLst/>
              <a:rect l="0" t="0" r="0" b="0"/>
              <a:pathLst>
                <a:path w="21600" h="21600" extrusionOk="0">
                  <a:moveTo>
                    <a:pt x="21525" y="0"/>
                  </a:moveTo>
                  <a:lnTo>
                    <a:pt x="21600" y="21525"/>
                  </a:lnTo>
                  <a:lnTo>
                    <a:pt x="75" y="21600"/>
                  </a:lnTo>
                  <a:lnTo>
                    <a:pt x="0" y="75"/>
                  </a:lnTo>
                  <a:cubicBezTo>
                    <a:pt x="0" y="75"/>
                    <a:pt x="21525" y="0"/>
                    <a:pt x="21525" y="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444" name="Shape 444"/>
            <p:cNvSpPr/>
            <p:nvPr/>
          </p:nvSpPr>
          <p:spPr>
            <a:xfrm>
              <a:off x="0" y="4038600"/>
              <a:ext cx="511176" cy="511176"/>
            </a:xfrm>
            <a:custGeom>
              <a:avLst/>
              <a:gdLst/>
              <a:ahLst/>
              <a:cxnLst/>
              <a:rect l="0" t="0" r="0" b="0"/>
              <a:pathLst>
                <a:path w="21600" h="21600" extrusionOk="0">
                  <a:moveTo>
                    <a:pt x="21525" y="0"/>
                  </a:moveTo>
                  <a:lnTo>
                    <a:pt x="21600" y="21525"/>
                  </a:lnTo>
                  <a:lnTo>
                    <a:pt x="76" y="21600"/>
                  </a:lnTo>
                  <a:lnTo>
                    <a:pt x="0" y="75"/>
                  </a:lnTo>
                  <a:cubicBezTo>
                    <a:pt x="0" y="75"/>
                    <a:pt x="21525" y="0"/>
                    <a:pt x="21525" y="0"/>
                  </a:cubicBezTo>
                  <a:close/>
                </a:path>
              </a:pathLst>
            </a:custGeom>
            <a:solidFill>
              <a:srgbClr val="000000"/>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445" name="Shape 445"/>
            <p:cNvSpPr/>
            <p:nvPr/>
          </p:nvSpPr>
          <p:spPr>
            <a:xfrm>
              <a:off x="1028700" y="4546600"/>
              <a:ext cx="511176" cy="415925"/>
            </a:xfrm>
            <a:custGeom>
              <a:avLst/>
              <a:gdLst/>
              <a:ahLst/>
              <a:cxnLst/>
              <a:rect l="0" t="0" r="0" b="0"/>
              <a:pathLst>
                <a:path w="21600" h="21600" extrusionOk="0">
                  <a:moveTo>
                    <a:pt x="0" y="92"/>
                  </a:moveTo>
                  <a:lnTo>
                    <a:pt x="61" y="21600"/>
                  </a:lnTo>
                  <a:lnTo>
                    <a:pt x="21600" y="21600"/>
                  </a:lnTo>
                  <a:lnTo>
                    <a:pt x="21539" y="0"/>
                  </a:lnTo>
                  <a:cubicBezTo>
                    <a:pt x="21539" y="0"/>
                    <a:pt x="0" y="92"/>
                    <a:pt x="0" y="92"/>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446" name="Shape 446"/>
            <p:cNvSpPr/>
            <p:nvPr/>
          </p:nvSpPr>
          <p:spPr>
            <a:xfrm>
              <a:off x="16167100" y="25399"/>
              <a:ext cx="511175" cy="477839"/>
            </a:xfrm>
            <a:custGeom>
              <a:avLst/>
              <a:gdLst/>
              <a:ahLst/>
              <a:cxnLst/>
              <a:rect l="0" t="0" r="0" b="0"/>
              <a:pathLst>
                <a:path w="21600" h="21600" extrusionOk="0">
                  <a:moveTo>
                    <a:pt x="0" y="0"/>
                  </a:moveTo>
                  <a:lnTo>
                    <a:pt x="71" y="21600"/>
                  </a:lnTo>
                  <a:lnTo>
                    <a:pt x="21600" y="21520"/>
                  </a:lnTo>
                  <a:lnTo>
                    <a:pt x="21530" y="0"/>
                  </a:lnTo>
                  <a:cubicBezTo>
                    <a:pt x="21530" y="0"/>
                    <a:pt x="0" y="0"/>
                    <a:pt x="0" y="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447" name="Shape 447"/>
            <p:cNvSpPr/>
            <p:nvPr/>
          </p:nvSpPr>
          <p:spPr>
            <a:xfrm>
              <a:off x="15659100" y="25399"/>
              <a:ext cx="511175" cy="479426"/>
            </a:xfrm>
            <a:custGeom>
              <a:avLst/>
              <a:gdLst/>
              <a:ahLst/>
              <a:cxnLst/>
              <a:rect l="0" t="0" r="0" b="0"/>
              <a:pathLst>
                <a:path w="21600" h="21600" extrusionOk="0">
                  <a:moveTo>
                    <a:pt x="0" y="0"/>
                  </a:moveTo>
                  <a:lnTo>
                    <a:pt x="71" y="21600"/>
                  </a:lnTo>
                  <a:lnTo>
                    <a:pt x="21600" y="21519"/>
                  </a:lnTo>
                  <a:lnTo>
                    <a:pt x="21529" y="0"/>
                  </a:lnTo>
                  <a:cubicBezTo>
                    <a:pt x="21529" y="0"/>
                    <a:pt x="0" y="0"/>
                    <a:pt x="0" y="0"/>
                  </a:cubicBezTo>
                  <a:close/>
                </a:path>
              </a:pathLst>
            </a:custGeom>
            <a:solidFill>
              <a:srgbClr val="000000"/>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448" name="Shape 448"/>
            <p:cNvSpPr/>
            <p:nvPr/>
          </p:nvSpPr>
          <p:spPr>
            <a:xfrm>
              <a:off x="20256500" y="482599"/>
              <a:ext cx="511175" cy="511176"/>
            </a:xfrm>
            <a:custGeom>
              <a:avLst/>
              <a:gdLst/>
              <a:ahLst/>
              <a:cxnLst/>
              <a:rect l="0" t="0" r="0" b="0"/>
              <a:pathLst>
                <a:path w="21600" h="21600" extrusionOk="0">
                  <a:moveTo>
                    <a:pt x="21525" y="0"/>
                  </a:moveTo>
                  <a:lnTo>
                    <a:pt x="21600" y="21525"/>
                  </a:lnTo>
                  <a:lnTo>
                    <a:pt x="76" y="21600"/>
                  </a:lnTo>
                  <a:lnTo>
                    <a:pt x="0" y="75"/>
                  </a:lnTo>
                  <a:cubicBezTo>
                    <a:pt x="0" y="75"/>
                    <a:pt x="21525" y="0"/>
                    <a:pt x="21525" y="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449" name="Shape 449"/>
            <p:cNvSpPr/>
            <p:nvPr/>
          </p:nvSpPr>
          <p:spPr>
            <a:xfrm>
              <a:off x="15151100" y="495299"/>
              <a:ext cx="511175" cy="511176"/>
            </a:xfrm>
            <a:custGeom>
              <a:avLst/>
              <a:gdLst/>
              <a:ahLst/>
              <a:cxnLst/>
              <a:rect l="0" t="0" r="0" b="0"/>
              <a:pathLst>
                <a:path w="21600" h="21600" extrusionOk="0">
                  <a:moveTo>
                    <a:pt x="21525" y="0"/>
                  </a:moveTo>
                  <a:lnTo>
                    <a:pt x="21600" y="21525"/>
                  </a:lnTo>
                  <a:lnTo>
                    <a:pt x="76" y="21600"/>
                  </a:lnTo>
                  <a:lnTo>
                    <a:pt x="0" y="75"/>
                  </a:lnTo>
                  <a:cubicBezTo>
                    <a:pt x="0" y="75"/>
                    <a:pt x="21525" y="0"/>
                    <a:pt x="21525" y="0"/>
                  </a:cubicBezTo>
                  <a:close/>
                </a:path>
              </a:pathLst>
            </a:custGeom>
            <a:solidFill>
              <a:srgbClr val="000000"/>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450" name="Shape 450"/>
            <p:cNvSpPr/>
            <p:nvPr/>
          </p:nvSpPr>
          <p:spPr>
            <a:xfrm>
              <a:off x="14122400" y="507999"/>
              <a:ext cx="511175" cy="511176"/>
            </a:xfrm>
            <a:custGeom>
              <a:avLst/>
              <a:gdLst/>
              <a:ahLst/>
              <a:cxnLst/>
              <a:rect l="0" t="0" r="0" b="0"/>
              <a:pathLst>
                <a:path w="21600" h="21600" extrusionOk="0">
                  <a:moveTo>
                    <a:pt x="21525" y="0"/>
                  </a:moveTo>
                  <a:lnTo>
                    <a:pt x="21600" y="21525"/>
                  </a:lnTo>
                  <a:lnTo>
                    <a:pt x="76" y="21600"/>
                  </a:lnTo>
                  <a:lnTo>
                    <a:pt x="0" y="75"/>
                  </a:lnTo>
                  <a:cubicBezTo>
                    <a:pt x="0" y="75"/>
                    <a:pt x="21525" y="0"/>
                    <a:pt x="21525" y="0"/>
                  </a:cubicBezTo>
                  <a:close/>
                </a:path>
              </a:pathLst>
            </a:custGeom>
            <a:solidFill>
              <a:srgbClr val="000000"/>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451" name="Shape 451"/>
            <p:cNvSpPr/>
            <p:nvPr/>
          </p:nvSpPr>
          <p:spPr>
            <a:xfrm>
              <a:off x="18719800" y="1003300"/>
              <a:ext cx="511175" cy="511176"/>
            </a:xfrm>
            <a:custGeom>
              <a:avLst/>
              <a:gdLst/>
              <a:ahLst/>
              <a:cxnLst/>
              <a:rect l="0" t="0" r="0" b="0"/>
              <a:pathLst>
                <a:path w="21600" h="21600" extrusionOk="0">
                  <a:moveTo>
                    <a:pt x="21525" y="0"/>
                  </a:moveTo>
                  <a:lnTo>
                    <a:pt x="21600" y="21525"/>
                  </a:lnTo>
                  <a:lnTo>
                    <a:pt x="76" y="21600"/>
                  </a:lnTo>
                  <a:lnTo>
                    <a:pt x="0" y="75"/>
                  </a:lnTo>
                  <a:cubicBezTo>
                    <a:pt x="0" y="75"/>
                    <a:pt x="21525" y="0"/>
                    <a:pt x="21525" y="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452" name="Shape 452"/>
            <p:cNvSpPr/>
            <p:nvPr/>
          </p:nvSpPr>
          <p:spPr>
            <a:xfrm>
              <a:off x="20764500" y="1497012"/>
              <a:ext cx="511175" cy="512764"/>
            </a:xfrm>
            <a:custGeom>
              <a:avLst/>
              <a:gdLst/>
              <a:ahLst/>
              <a:cxnLst/>
              <a:rect l="0" t="0" r="0" b="0"/>
              <a:pathLst>
                <a:path w="21600" h="21600" extrusionOk="0">
                  <a:moveTo>
                    <a:pt x="21525" y="0"/>
                  </a:moveTo>
                  <a:lnTo>
                    <a:pt x="21600" y="21525"/>
                  </a:lnTo>
                  <a:lnTo>
                    <a:pt x="76" y="21600"/>
                  </a:lnTo>
                  <a:lnTo>
                    <a:pt x="0" y="75"/>
                  </a:lnTo>
                  <a:cubicBezTo>
                    <a:pt x="0" y="75"/>
                    <a:pt x="21525" y="0"/>
                    <a:pt x="21525" y="0"/>
                  </a:cubicBezTo>
                  <a:close/>
                </a:path>
              </a:pathLst>
            </a:custGeom>
            <a:solidFill>
              <a:srgbClr val="000000"/>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453" name="Shape 453"/>
            <p:cNvSpPr/>
            <p:nvPr/>
          </p:nvSpPr>
          <p:spPr>
            <a:xfrm>
              <a:off x="19748500" y="1511300"/>
              <a:ext cx="511175" cy="511176"/>
            </a:xfrm>
            <a:custGeom>
              <a:avLst/>
              <a:gdLst/>
              <a:ahLst/>
              <a:cxnLst/>
              <a:rect l="0" t="0" r="0" b="0"/>
              <a:pathLst>
                <a:path w="21600" h="21600" extrusionOk="0">
                  <a:moveTo>
                    <a:pt x="21525" y="0"/>
                  </a:moveTo>
                  <a:lnTo>
                    <a:pt x="21600" y="21525"/>
                  </a:lnTo>
                  <a:lnTo>
                    <a:pt x="76" y="21600"/>
                  </a:lnTo>
                  <a:lnTo>
                    <a:pt x="0" y="75"/>
                  </a:lnTo>
                  <a:cubicBezTo>
                    <a:pt x="0" y="75"/>
                    <a:pt x="21525" y="0"/>
                    <a:pt x="21525" y="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454" name="Shape 454"/>
            <p:cNvSpPr/>
            <p:nvPr/>
          </p:nvSpPr>
          <p:spPr>
            <a:xfrm>
              <a:off x="18719800" y="1509712"/>
              <a:ext cx="511175" cy="512764"/>
            </a:xfrm>
            <a:custGeom>
              <a:avLst/>
              <a:gdLst/>
              <a:ahLst/>
              <a:cxnLst/>
              <a:rect l="0" t="0" r="0" b="0"/>
              <a:pathLst>
                <a:path w="21600" h="21600" extrusionOk="0">
                  <a:moveTo>
                    <a:pt x="21525" y="0"/>
                  </a:moveTo>
                  <a:lnTo>
                    <a:pt x="21600" y="21525"/>
                  </a:lnTo>
                  <a:lnTo>
                    <a:pt x="76" y="21600"/>
                  </a:lnTo>
                  <a:lnTo>
                    <a:pt x="0" y="75"/>
                  </a:lnTo>
                  <a:cubicBezTo>
                    <a:pt x="0" y="75"/>
                    <a:pt x="21525" y="0"/>
                    <a:pt x="21525" y="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455" name="Shape 455"/>
            <p:cNvSpPr/>
            <p:nvPr/>
          </p:nvSpPr>
          <p:spPr>
            <a:xfrm>
              <a:off x="17195800" y="1509712"/>
              <a:ext cx="511175" cy="512764"/>
            </a:xfrm>
            <a:custGeom>
              <a:avLst/>
              <a:gdLst/>
              <a:ahLst/>
              <a:cxnLst/>
              <a:rect l="0" t="0" r="0" b="0"/>
              <a:pathLst>
                <a:path w="21600" h="21600" extrusionOk="0">
                  <a:moveTo>
                    <a:pt x="21525" y="0"/>
                  </a:moveTo>
                  <a:lnTo>
                    <a:pt x="21600" y="21525"/>
                  </a:lnTo>
                  <a:lnTo>
                    <a:pt x="76" y="21600"/>
                  </a:lnTo>
                  <a:lnTo>
                    <a:pt x="0" y="75"/>
                  </a:lnTo>
                  <a:cubicBezTo>
                    <a:pt x="0" y="75"/>
                    <a:pt x="21525" y="0"/>
                    <a:pt x="21525" y="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456" name="Shape 456"/>
            <p:cNvSpPr/>
            <p:nvPr/>
          </p:nvSpPr>
          <p:spPr>
            <a:xfrm>
              <a:off x="14643100" y="1524000"/>
              <a:ext cx="511175" cy="511176"/>
            </a:xfrm>
            <a:custGeom>
              <a:avLst/>
              <a:gdLst/>
              <a:ahLst/>
              <a:cxnLst/>
              <a:rect l="0" t="0" r="0" b="0"/>
              <a:pathLst>
                <a:path w="21600" h="21600" extrusionOk="0">
                  <a:moveTo>
                    <a:pt x="21525" y="0"/>
                  </a:moveTo>
                  <a:lnTo>
                    <a:pt x="21600" y="21525"/>
                  </a:lnTo>
                  <a:lnTo>
                    <a:pt x="76" y="21600"/>
                  </a:lnTo>
                  <a:lnTo>
                    <a:pt x="0" y="75"/>
                  </a:lnTo>
                  <a:cubicBezTo>
                    <a:pt x="0" y="75"/>
                    <a:pt x="21525" y="0"/>
                    <a:pt x="21525" y="0"/>
                  </a:cubicBezTo>
                  <a:close/>
                </a:path>
              </a:pathLst>
            </a:custGeom>
            <a:solidFill>
              <a:srgbClr val="000000"/>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457" name="Shape 457"/>
            <p:cNvSpPr/>
            <p:nvPr/>
          </p:nvSpPr>
          <p:spPr>
            <a:xfrm>
              <a:off x="20256500" y="2019300"/>
              <a:ext cx="511175" cy="511176"/>
            </a:xfrm>
            <a:custGeom>
              <a:avLst/>
              <a:gdLst/>
              <a:ahLst/>
              <a:cxnLst/>
              <a:rect l="0" t="0" r="0" b="0"/>
              <a:pathLst>
                <a:path w="21600" h="21600" extrusionOk="0">
                  <a:moveTo>
                    <a:pt x="21525" y="0"/>
                  </a:moveTo>
                  <a:lnTo>
                    <a:pt x="21600" y="21525"/>
                  </a:lnTo>
                  <a:lnTo>
                    <a:pt x="76" y="21600"/>
                  </a:lnTo>
                  <a:lnTo>
                    <a:pt x="0" y="75"/>
                  </a:lnTo>
                  <a:cubicBezTo>
                    <a:pt x="0" y="75"/>
                    <a:pt x="21525" y="0"/>
                    <a:pt x="21525" y="0"/>
                  </a:cubicBezTo>
                  <a:close/>
                </a:path>
              </a:pathLst>
            </a:custGeom>
            <a:solidFill>
              <a:srgbClr val="000000"/>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458" name="Shape 458"/>
            <p:cNvSpPr/>
            <p:nvPr/>
          </p:nvSpPr>
          <p:spPr>
            <a:xfrm>
              <a:off x="18211800" y="2019300"/>
              <a:ext cx="511175" cy="511176"/>
            </a:xfrm>
            <a:custGeom>
              <a:avLst/>
              <a:gdLst/>
              <a:ahLst/>
              <a:cxnLst/>
              <a:rect l="0" t="0" r="0" b="0"/>
              <a:pathLst>
                <a:path w="21600" h="21600" extrusionOk="0">
                  <a:moveTo>
                    <a:pt x="21525" y="0"/>
                  </a:moveTo>
                  <a:lnTo>
                    <a:pt x="21600" y="21525"/>
                  </a:lnTo>
                  <a:lnTo>
                    <a:pt x="76" y="21600"/>
                  </a:lnTo>
                  <a:lnTo>
                    <a:pt x="0" y="75"/>
                  </a:lnTo>
                  <a:cubicBezTo>
                    <a:pt x="0" y="75"/>
                    <a:pt x="21525" y="0"/>
                    <a:pt x="21525" y="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459" name="Shape 459"/>
            <p:cNvSpPr/>
            <p:nvPr/>
          </p:nvSpPr>
          <p:spPr>
            <a:xfrm>
              <a:off x="20764500" y="2527300"/>
              <a:ext cx="511175" cy="511176"/>
            </a:xfrm>
            <a:custGeom>
              <a:avLst/>
              <a:gdLst/>
              <a:ahLst/>
              <a:cxnLst/>
              <a:rect l="0" t="0" r="0" b="0"/>
              <a:pathLst>
                <a:path w="21600" h="21600" extrusionOk="0">
                  <a:moveTo>
                    <a:pt x="21525" y="0"/>
                  </a:moveTo>
                  <a:lnTo>
                    <a:pt x="21600" y="21525"/>
                  </a:lnTo>
                  <a:lnTo>
                    <a:pt x="76" y="21600"/>
                  </a:lnTo>
                  <a:lnTo>
                    <a:pt x="0" y="75"/>
                  </a:lnTo>
                  <a:cubicBezTo>
                    <a:pt x="0" y="75"/>
                    <a:pt x="21525" y="0"/>
                    <a:pt x="21525" y="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460" name="Shape 460"/>
            <p:cNvSpPr/>
            <p:nvPr/>
          </p:nvSpPr>
          <p:spPr>
            <a:xfrm>
              <a:off x="20256500" y="2527300"/>
              <a:ext cx="511175" cy="511176"/>
            </a:xfrm>
            <a:custGeom>
              <a:avLst/>
              <a:gdLst/>
              <a:ahLst/>
              <a:cxnLst/>
              <a:rect l="0" t="0" r="0" b="0"/>
              <a:pathLst>
                <a:path w="21600" h="21600" extrusionOk="0">
                  <a:moveTo>
                    <a:pt x="21525" y="0"/>
                  </a:moveTo>
                  <a:lnTo>
                    <a:pt x="21600" y="21525"/>
                  </a:lnTo>
                  <a:lnTo>
                    <a:pt x="76" y="21600"/>
                  </a:lnTo>
                  <a:lnTo>
                    <a:pt x="0" y="75"/>
                  </a:lnTo>
                  <a:cubicBezTo>
                    <a:pt x="0" y="75"/>
                    <a:pt x="21525" y="0"/>
                    <a:pt x="21525" y="0"/>
                  </a:cubicBezTo>
                  <a:close/>
                </a:path>
              </a:pathLst>
            </a:custGeom>
            <a:solidFill>
              <a:schemeClr val="accent1"/>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461" name="Shape 461"/>
            <p:cNvSpPr/>
            <p:nvPr/>
          </p:nvSpPr>
          <p:spPr>
            <a:xfrm>
              <a:off x="23317198" y="3022600"/>
              <a:ext cx="511176" cy="479425"/>
            </a:xfrm>
            <a:custGeom>
              <a:avLst/>
              <a:gdLst/>
              <a:ahLst/>
              <a:cxnLst/>
              <a:rect l="0" t="0" r="0" b="0"/>
              <a:pathLst>
                <a:path w="21600" h="21600" extrusionOk="0">
                  <a:moveTo>
                    <a:pt x="0" y="80"/>
                  </a:moveTo>
                  <a:lnTo>
                    <a:pt x="71" y="21600"/>
                  </a:lnTo>
                  <a:lnTo>
                    <a:pt x="21600" y="21600"/>
                  </a:lnTo>
                  <a:lnTo>
                    <a:pt x="21529" y="0"/>
                  </a:lnTo>
                  <a:cubicBezTo>
                    <a:pt x="21529" y="0"/>
                    <a:pt x="0" y="80"/>
                    <a:pt x="0" y="8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462" name="Shape 462"/>
            <p:cNvSpPr/>
            <p:nvPr/>
          </p:nvSpPr>
          <p:spPr>
            <a:xfrm>
              <a:off x="22809198" y="3021013"/>
              <a:ext cx="511176" cy="479426"/>
            </a:xfrm>
            <a:custGeom>
              <a:avLst/>
              <a:gdLst/>
              <a:ahLst/>
              <a:cxnLst/>
              <a:rect l="0" t="0" r="0" b="0"/>
              <a:pathLst>
                <a:path w="21600" h="21600" extrusionOk="0">
                  <a:moveTo>
                    <a:pt x="0" y="80"/>
                  </a:moveTo>
                  <a:lnTo>
                    <a:pt x="70" y="21600"/>
                  </a:lnTo>
                  <a:lnTo>
                    <a:pt x="21600" y="21600"/>
                  </a:lnTo>
                  <a:lnTo>
                    <a:pt x="21529" y="0"/>
                  </a:lnTo>
                  <a:cubicBezTo>
                    <a:pt x="21529" y="0"/>
                    <a:pt x="0" y="80"/>
                    <a:pt x="0" y="80"/>
                  </a:cubicBezTo>
                  <a:close/>
                </a:path>
              </a:pathLst>
            </a:custGeom>
            <a:solidFill>
              <a:srgbClr val="000000"/>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grpSp>
      <p:sp>
        <p:nvSpPr>
          <p:cNvPr id="463" name="Shape 463"/>
          <p:cNvSpPr txBox="1">
            <a:spLocks noGrp="1"/>
          </p:cNvSpPr>
          <p:nvPr>
            <p:ph type="title"/>
          </p:nvPr>
        </p:nvSpPr>
        <p:spPr>
          <a:xfrm>
            <a:off x="1345915" y="2411884"/>
            <a:ext cx="10452535" cy="2438022"/>
          </a:xfrm>
          <a:prstGeom prst="rect">
            <a:avLst/>
          </a:prstGeom>
          <a:noFill/>
          <a:ln>
            <a:noFill/>
          </a:ln>
        </p:spPr>
        <p:txBody>
          <a:bodyPr spcFirstLastPara="1" wrap="square" lIns="91425" tIns="91425" rIns="91425" bIns="91425" anchor="t" anchorCtr="0"/>
          <a:lstStyle>
            <a:lvl1pPr marR="0" lvl="0" algn="l" rtl="0">
              <a:lnSpc>
                <a:spcPct val="110000"/>
              </a:lnSpc>
              <a:spcBef>
                <a:spcPts val="0"/>
              </a:spcBef>
              <a:spcAft>
                <a:spcPts val="0"/>
              </a:spcAft>
              <a:buClr>
                <a:schemeClr val="accent1"/>
              </a:buClr>
              <a:buSzPts val="6000"/>
              <a:buFont typeface="Arial"/>
              <a:buNone/>
              <a:defRPr sz="6000" b="0" i="0" u="none" strike="noStrike" cap="none">
                <a:solidFill>
                  <a:schemeClr val="accent1"/>
                </a:solidFill>
                <a:latin typeface="Arial"/>
                <a:ea typeface="Arial"/>
                <a:cs typeface="Arial"/>
                <a:sym typeface="Arial"/>
              </a:defRPr>
            </a:lvl1pPr>
            <a:lvl2pPr marR="0" lvl="1" algn="l" rtl="0">
              <a:lnSpc>
                <a:spcPct val="104000"/>
              </a:lnSpc>
              <a:spcBef>
                <a:spcPts val="0"/>
              </a:spcBef>
              <a:spcAft>
                <a:spcPts val="0"/>
              </a:spcAft>
              <a:buClr>
                <a:srgbClr val="FEFEFE"/>
              </a:buClr>
              <a:buSzPts val="10000"/>
              <a:buFont typeface="Arial"/>
              <a:buNone/>
              <a:defRPr sz="10000" b="0" i="0" u="none" strike="noStrike" cap="none">
                <a:solidFill>
                  <a:srgbClr val="FEFEFE"/>
                </a:solidFill>
                <a:latin typeface="Arial"/>
                <a:ea typeface="Arial"/>
                <a:cs typeface="Arial"/>
                <a:sym typeface="Arial"/>
              </a:defRPr>
            </a:lvl2pPr>
            <a:lvl3pPr marR="0" lvl="2" algn="l" rtl="0">
              <a:lnSpc>
                <a:spcPct val="104000"/>
              </a:lnSpc>
              <a:spcBef>
                <a:spcPts val="0"/>
              </a:spcBef>
              <a:spcAft>
                <a:spcPts val="0"/>
              </a:spcAft>
              <a:buClr>
                <a:srgbClr val="FEFEFE"/>
              </a:buClr>
              <a:buSzPts val="10000"/>
              <a:buFont typeface="Arial"/>
              <a:buNone/>
              <a:defRPr sz="10000" b="0" i="0" u="none" strike="noStrike" cap="none">
                <a:solidFill>
                  <a:srgbClr val="FEFEFE"/>
                </a:solidFill>
                <a:latin typeface="Arial"/>
                <a:ea typeface="Arial"/>
                <a:cs typeface="Arial"/>
                <a:sym typeface="Arial"/>
              </a:defRPr>
            </a:lvl3pPr>
            <a:lvl4pPr marR="0" lvl="3" algn="l" rtl="0">
              <a:lnSpc>
                <a:spcPct val="104000"/>
              </a:lnSpc>
              <a:spcBef>
                <a:spcPts val="0"/>
              </a:spcBef>
              <a:spcAft>
                <a:spcPts val="0"/>
              </a:spcAft>
              <a:buClr>
                <a:srgbClr val="FEFEFE"/>
              </a:buClr>
              <a:buSzPts val="10000"/>
              <a:buFont typeface="Arial"/>
              <a:buNone/>
              <a:defRPr sz="10000" b="0" i="0" u="none" strike="noStrike" cap="none">
                <a:solidFill>
                  <a:srgbClr val="FEFEFE"/>
                </a:solidFill>
                <a:latin typeface="Arial"/>
                <a:ea typeface="Arial"/>
                <a:cs typeface="Arial"/>
                <a:sym typeface="Arial"/>
              </a:defRPr>
            </a:lvl4pPr>
            <a:lvl5pPr marR="0" lvl="4" algn="l" rtl="0">
              <a:lnSpc>
                <a:spcPct val="104000"/>
              </a:lnSpc>
              <a:spcBef>
                <a:spcPts val="0"/>
              </a:spcBef>
              <a:spcAft>
                <a:spcPts val="0"/>
              </a:spcAft>
              <a:buClr>
                <a:srgbClr val="FEFEFE"/>
              </a:buClr>
              <a:buSzPts val="10000"/>
              <a:buFont typeface="Arial"/>
              <a:buNone/>
              <a:defRPr sz="10000" b="0" i="0" u="none" strike="noStrike" cap="none">
                <a:solidFill>
                  <a:srgbClr val="FEFEFE"/>
                </a:solidFill>
                <a:latin typeface="Arial"/>
                <a:ea typeface="Arial"/>
                <a:cs typeface="Arial"/>
                <a:sym typeface="Arial"/>
              </a:defRPr>
            </a:lvl5pPr>
            <a:lvl6pPr marR="0" lvl="5" algn="l" rtl="0">
              <a:lnSpc>
                <a:spcPct val="104000"/>
              </a:lnSpc>
              <a:spcBef>
                <a:spcPts val="0"/>
              </a:spcBef>
              <a:spcAft>
                <a:spcPts val="0"/>
              </a:spcAft>
              <a:buClr>
                <a:srgbClr val="FEFEFE"/>
              </a:buClr>
              <a:buSzPts val="10000"/>
              <a:buFont typeface="Arial"/>
              <a:buNone/>
              <a:defRPr sz="10000" b="0" i="0" u="none" strike="noStrike" cap="none">
                <a:solidFill>
                  <a:srgbClr val="FEFEFE"/>
                </a:solidFill>
                <a:latin typeface="Arial"/>
                <a:ea typeface="Arial"/>
                <a:cs typeface="Arial"/>
                <a:sym typeface="Arial"/>
              </a:defRPr>
            </a:lvl6pPr>
            <a:lvl7pPr marR="0" lvl="6" algn="l" rtl="0">
              <a:lnSpc>
                <a:spcPct val="104000"/>
              </a:lnSpc>
              <a:spcBef>
                <a:spcPts val="0"/>
              </a:spcBef>
              <a:spcAft>
                <a:spcPts val="0"/>
              </a:spcAft>
              <a:buClr>
                <a:srgbClr val="FEFEFE"/>
              </a:buClr>
              <a:buSzPts val="10000"/>
              <a:buFont typeface="Arial"/>
              <a:buNone/>
              <a:defRPr sz="10000" b="0" i="0" u="none" strike="noStrike" cap="none">
                <a:solidFill>
                  <a:srgbClr val="FEFEFE"/>
                </a:solidFill>
                <a:latin typeface="Arial"/>
                <a:ea typeface="Arial"/>
                <a:cs typeface="Arial"/>
                <a:sym typeface="Arial"/>
              </a:defRPr>
            </a:lvl7pPr>
            <a:lvl8pPr marR="0" lvl="7" algn="l" rtl="0">
              <a:lnSpc>
                <a:spcPct val="104000"/>
              </a:lnSpc>
              <a:spcBef>
                <a:spcPts val="0"/>
              </a:spcBef>
              <a:spcAft>
                <a:spcPts val="0"/>
              </a:spcAft>
              <a:buClr>
                <a:srgbClr val="FEFEFE"/>
              </a:buClr>
              <a:buSzPts val="10000"/>
              <a:buFont typeface="Arial"/>
              <a:buNone/>
              <a:defRPr sz="10000" b="0" i="0" u="none" strike="noStrike" cap="none">
                <a:solidFill>
                  <a:srgbClr val="FEFEFE"/>
                </a:solidFill>
                <a:latin typeface="Arial"/>
                <a:ea typeface="Arial"/>
                <a:cs typeface="Arial"/>
                <a:sym typeface="Arial"/>
              </a:defRPr>
            </a:lvl8pPr>
            <a:lvl9pPr marR="0" lvl="8" algn="l" rtl="0">
              <a:lnSpc>
                <a:spcPct val="104000"/>
              </a:lnSpc>
              <a:spcBef>
                <a:spcPts val="0"/>
              </a:spcBef>
              <a:spcAft>
                <a:spcPts val="0"/>
              </a:spcAft>
              <a:buClr>
                <a:srgbClr val="FEFEFE"/>
              </a:buClr>
              <a:buSzPts val="10000"/>
              <a:buFont typeface="Arial"/>
              <a:buNone/>
              <a:defRPr sz="10000" b="0" i="0" u="none" strike="noStrike" cap="none">
                <a:solidFill>
                  <a:srgbClr val="FEFEFE"/>
                </a:solidFill>
                <a:latin typeface="Arial"/>
                <a:ea typeface="Arial"/>
                <a:cs typeface="Arial"/>
                <a:sym typeface="Arial"/>
              </a:defRPr>
            </a:lvl9pPr>
          </a:lstStyle>
          <a:p>
            <a:endParaRPr/>
          </a:p>
        </p:txBody>
      </p:sp>
      <p:sp>
        <p:nvSpPr>
          <p:cNvPr id="464" name="Shape 464"/>
          <p:cNvSpPr txBox="1">
            <a:spLocks noGrp="1"/>
          </p:cNvSpPr>
          <p:nvPr>
            <p:ph type="body" idx="1"/>
          </p:nvPr>
        </p:nvSpPr>
        <p:spPr>
          <a:xfrm>
            <a:off x="1345915" y="4849905"/>
            <a:ext cx="14735604" cy="8866096"/>
          </a:xfrm>
          <a:prstGeom prst="rect">
            <a:avLst/>
          </a:prstGeom>
          <a:noFill/>
          <a:ln>
            <a:noFill/>
          </a:ln>
        </p:spPr>
        <p:txBody>
          <a:bodyPr spcFirstLastPara="1" wrap="square" lIns="91425" tIns="91425" rIns="91425" bIns="91425" anchor="t" anchorCtr="0"/>
          <a:lstStyle>
            <a:lvl1pPr marL="457200" marR="0" lvl="0" indent="-228600" algn="l" rtl="0">
              <a:lnSpc>
                <a:spcPct val="100000"/>
              </a:lnSpc>
              <a:spcBef>
                <a:spcPts val="1200"/>
              </a:spcBef>
              <a:spcAft>
                <a:spcPts val="0"/>
              </a:spcAft>
              <a:buClr>
                <a:schemeClr val="accent1"/>
              </a:buClr>
              <a:buSzPts val="2600"/>
              <a:buFont typeface="Arial"/>
              <a:buNone/>
              <a:defRPr sz="2600" b="0" i="0" u="none" strike="noStrike" cap="none">
                <a:solidFill>
                  <a:schemeClr val="accent1"/>
                </a:solidFill>
                <a:latin typeface="Arial"/>
                <a:ea typeface="Arial"/>
                <a:cs typeface="Arial"/>
                <a:sym typeface="Arial"/>
              </a:defRPr>
            </a:lvl1pPr>
            <a:lvl2pPr marL="914400" marR="0" lvl="1" indent="-228600" algn="l" rtl="0">
              <a:lnSpc>
                <a:spcPct val="100000"/>
              </a:lnSpc>
              <a:spcBef>
                <a:spcPts val="1200"/>
              </a:spcBef>
              <a:spcAft>
                <a:spcPts val="0"/>
              </a:spcAft>
              <a:buClr>
                <a:schemeClr val="accent1"/>
              </a:buClr>
              <a:buSzPts val="2600"/>
              <a:buFont typeface="Arial"/>
              <a:buNone/>
              <a:defRPr sz="2600" b="0" i="0" u="none" strike="noStrike" cap="none">
                <a:solidFill>
                  <a:schemeClr val="accent1"/>
                </a:solidFill>
                <a:latin typeface="Arial"/>
                <a:ea typeface="Arial"/>
                <a:cs typeface="Arial"/>
                <a:sym typeface="Arial"/>
              </a:defRPr>
            </a:lvl2pPr>
            <a:lvl3pPr marL="1371600" marR="0" lvl="2" indent="-393700" algn="l" rtl="0">
              <a:lnSpc>
                <a:spcPct val="100000"/>
              </a:lnSpc>
              <a:spcBef>
                <a:spcPts val="1200"/>
              </a:spcBef>
              <a:spcAft>
                <a:spcPts val="0"/>
              </a:spcAft>
              <a:buClr>
                <a:schemeClr val="accent1"/>
              </a:buClr>
              <a:buSzPts val="2600"/>
              <a:buFont typeface="Arial"/>
              <a:buChar char="•"/>
              <a:defRPr sz="2600" b="0" i="0" u="none" strike="noStrike" cap="none">
                <a:solidFill>
                  <a:schemeClr val="accent1"/>
                </a:solidFill>
                <a:latin typeface="Arial"/>
                <a:ea typeface="Arial"/>
                <a:cs typeface="Arial"/>
                <a:sym typeface="Arial"/>
              </a:defRPr>
            </a:lvl3pPr>
            <a:lvl4pPr marL="1828800" marR="0" lvl="3" indent="-393700" algn="l" rtl="0">
              <a:lnSpc>
                <a:spcPct val="100000"/>
              </a:lnSpc>
              <a:spcBef>
                <a:spcPts val="1200"/>
              </a:spcBef>
              <a:spcAft>
                <a:spcPts val="0"/>
              </a:spcAft>
              <a:buClr>
                <a:schemeClr val="accent1"/>
              </a:buClr>
              <a:buSzPts val="2600"/>
              <a:buFont typeface="Arial"/>
              <a:buChar char="–"/>
              <a:defRPr sz="2600" b="0" i="0" u="none" strike="noStrike" cap="none">
                <a:solidFill>
                  <a:schemeClr val="accent1"/>
                </a:solidFill>
                <a:latin typeface="Arial"/>
                <a:ea typeface="Arial"/>
                <a:cs typeface="Arial"/>
                <a:sym typeface="Arial"/>
              </a:defRPr>
            </a:lvl4pPr>
            <a:lvl5pPr marL="2286000" marR="0" lvl="4" indent="-393700" algn="l" rtl="0">
              <a:lnSpc>
                <a:spcPct val="100000"/>
              </a:lnSpc>
              <a:spcBef>
                <a:spcPts val="1200"/>
              </a:spcBef>
              <a:spcAft>
                <a:spcPts val="0"/>
              </a:spcAft>
              <a:buClr>
                <a:schemeClr val="accent1"/>
              </a:buClr>
              <a:buSzPts val="2600"/>
              <a:buFont typeface="Arial"/>
              <a:buAutoNum type="arabicPeriod"/>
              <a:defRPr sz="2600" b="0" i="0" u="none" strike="noStrike" cap="none">
                <a:solidFill>
                  <a:schemeClr val="accent1"/>
                </a:solidFill>
                <a:latin typeface="Arial"/>
                <a:ea typeface="Arial"/>
                <a:cs typeface="Arial"/>
                <a:sym typeface="Arial"/>
              </a:defRPr>
            </a:lvl5pPr>
            <a:lvl6pPr marL="2743200" marR="0" lvl="5" indent="-584200" algn="l" rtl="0">
              <a:lnSpc>
                <a:spcPct val="90000"/>
              </a:lnSpc>
              <a:spcBef>
                <a:spcPts val="2000"/>
              </a:spcBef>
              <a:spcAft>
                <a:spcPts val="0"/>
              </a:spcAft>
              <a:buClr>
                <a:srgbClr val="000000"/>
              </a:buClr>
              <a:buSzPts val="5600"/>
              <a:buFont typeface="Arial"/>
              <a:buChar char="•"/>
              <a:defRPr sz="5600" b="0" i="0" u="none" strike="noStrike" cap="none">
                <a:solidFill>
                  <a:srgbClr val="000000"/>
                </a:solidFill>
                <a:latin typeface="Arial"/>
                <a:ea typeface="Arial"/>
                <a:cs typeface="Arial"/>
                <a:sym typeface="Arial"/>
              </a:defRPr>
            </a:lvl6pPr>
            <a:lvl7pPr marL="3200400" marR="0" lvl="6" indent="-584200" algn="l" rtl="0">
              <a:lnSpc>
                <a:spcPct val="90000"/>
              </a:lnSpc>
              <a:spcBef>
                <a:spcPts val="2000"/>
              </a:spcBef>
              <a:spcAft>
                <a:spcPts val="0"/>
              </a:spcAft>
              <a:buClr>
                <a:srgbClr val="000000"/>
              </a:buClr>
              <a:buSzPts val="5600"/>
              <a:buFont typeface="Arial"/>
              <a:buChar char="•"/>
              <a:defRPr sz="5600" b="0" i="0" u="none" strike="noStrike" cap="none">
                <a:solidFill>
                  <a:srgbClr val="000000"/>
                </a:solidFill>
                <a:latin typeface="Arial"/>
                <a:ea typeface="Arial"/>
                <a:cs typeface="Arial"/>
                <a:sym typeface="Arial"/>
              </a:defRPr>
            </a:lvl7pPr>
            <a:lvl8pPr marL="3657600" marR="0" lvl="7" indent="-584200" algn="l" rtl="0">
              <a:lnSpc>
                <a:spcPct val="90000"/>
              </a:lnSpc>
              <a:spcBef>
                <a:spcPts val="2000"/>
              </a:spcBef>
              <a:spcAft>
                <a:spcPts val="0"/>
              </a:spcAft>
              <a:buClr>
                <a:srgbClr val="000000"/>
              </a:buClr>
              <a:buSzPts val="5600"/>
              <a:buFont typeface="Arial"/>
              <a:buChar char="•"/>
              <a:defRPr sz="5600" b="0" i="0" u="none" strike="noStrike" cap="none">
                <a:solidFill>
                  <a:srgbClr val="000000"/>
                </a:solidFill>
                <a:latin typeface="Arial"/>
                <a:ea typeface="Arial"/>
                <a:cs typeface="Arial"/>
                <a:sym typeface="Arial"/>
              </a:defRPr>
            </a:lvl8pPr>
            <a:lvl9pPr marL="4114800" marR="0" lvl="8" indent="-584200" algn="l" rtl="0">
              <a:lnSpc>
                <a:spcPct val="90000"/>
              </a:lnSpc>
              <a:spcBef>
                <a:spcPts val="2000"/>
              </a:spcBef>
              <a:spcAft>
                <a:spcPts val="0"/>
              </a:spcAft>
              <a:buClr>
                <a:srgbClr val="000000"/>
              </a:buClr>
              <a:buSzPts val="5600"/>
              <a:buFont typeface="Arial"/>
              <a:buChar char="•"/>
              <a:defRPr sz="5600" b="0" i="0" u="none" strike="noStrike" cap="none">
                <a:solidFill>
                  <a:srgbClr val="000000"/>
                </a:solidFill>
                <a:latin typeface="Arial"/>
                <a:ea typeface="Arial"/>
                <a:cs typeface="Arial"/>
                <a:sym typeface="Arial"/>
              </a:defRPr>
            </a:lvl9pPr>
          </a:lstStyle>
          <a:p>
            <a:endParaRPr/>
          </a:p>
        </p:txBody>
      </p:sp>
      <p:sp>
        <p:nvSpPr>
          <p:cNvPr id="465" name="Shape 465"/>
          <p:cNvSpPr txBox="1"/>
          <p:nvPr/>
        </p:nvSpPr>
        <p:spPr>
          <a:xfrm>
            <a:off x="21363666" y="744071"/>
            <a:ext cx="2343808" cy="215444"/>
          </a:xfrm>
          <a:prstGeom prst="rect">
            <a:avLst/>
          </a:prstGeom>
          <a:noFill/>
          <a:ln>
            <a:noFill/>
          </a:ln>
        </p:spPr>
        <p:txBody>
          <a:bodyPr spcFirstLastPara="1" wrap="square" lIns="0" tIns="0" rIns="0" bIns="0" anchor="t" anchorCtr="0">
            <a:noAutofit/>
          </a:bodyPr>
          <a:lstStyle/>
          <a:p>
            <a:pPr marL="0" marR="0" lvl="0" indent="0" algn="r" rtl="0">
              <a:spcBef>
                <a:spcPts val="0"/>
              </a:spcBef>
              <a:spcAft>
                <a:spcPts val="0"/>
              </a:spcAft>
              <a:buNone/>
            </a:pPr>
            <a:r>
              <a:rPr lang="en-AU" sz="1400">
                <a:solidFill>
                  <a:schemeClr val="accent1"/>
                </a:solidFill>
                <a:latin typeface="Helvetica Neue"/>
                <a:ea typeface="Helvetica Neue"/>
                <a:cs typeface="Helvetica Neue"/>
                <a:sym typeface="Helvetica Neue"/>
              </a:rPr>
              <a:t>‹#›</a:t>
            </a:r>
            <a:endParaRPr/>
          </a:p>
        </p:txBody>
      </p:sp>
      <p:sp>
        <p:nvSpPr>
          <p:cNvPr id="466" name="Shape 466"/>
          <p:cNvSpPr txBox="1">
            <a:spLocks noGrp="1"/>
          </p:cNvSpPr>
          <p:nvPr>
            <p:ph type="sldNum" idx="12"/>
          </p:nvPr>
        </p:nvSpPr>
        <p:spPr>
          <a:xfrm>
            <a:off x="17474063" y="12481869"/>
            <a:ext cx="5689230" cy="461665"/>
          </a:xfrm>
          <a:prstGeom prst="rect">
            <a:avLst/>
          </a:prstGeom>
          <a:noFill/>
          <a:ln>
            <a:noFill/>
          </a:ln>
        </p:spPr>
        <p:txBody>
          <a:bodyPr spcFirstLastPara="1" wrap="square" lIns="45700" tIns="45700" rIns="45700" bIns="45700" anchor="ctr" anchorCtr="0">
            <a:noAutofit/>
          </a:bodyPr>
          <a:lstStyle>
            <a:lvl1pPr marL="0" marR="0" lvl="0" indent="0" algn="r" rtl="0">
              <a:spcBef>
                <a:spcPts val="0"/>
              </a:spcBef>
              <a:buNone/>
              <a:defRPr sz="2400">
                <a:solidFill>
                  <a:srgbClr val="888888"/>
                </a:solidFill>
                <a:latin typeface="Helvetica Neue"/>
                <a:ea typeface="Helvetica Neue"/>
                <a:cs typeface="Helvetica Neue"/>
                <a:sym typeface="Helvetica Neue"/>
              </a:defRPr>
            </a:lvl1pPr>
            <a:lvl2pPr marL="0" marR="0" lvl="1" indent="0" algn="r" rtl="0">
              <a:spcBef>
                <a:spcPts val="0"/>
              </a:spcBef>
              <a:buNone/>
              <a:defRPr sz="2400">
                <a:solidFill>
                  <a:srgbClr val="888888"/>
                </a:solidFill>
                <a:latin typeface="Helvetica Neue"/>
                <a:ea typeface="Helvetica Neue"/>
                <a:cs typeface="Helvetica Neue"/>
                <a:sym typeface="Helvetica Neue"/>
              </a:defRPr>
            </a:lvl2pPr>
            <a:lvl3pPr marL="0" marR="0" lvl="2" indent="0" algn="r" rtl="0">
              <a:spcBef>
                <a:spcPts val="0"/>
              </a:spcBef>
              <a:buNone/>
              <a:defRPr sz="2400">
                <a:solidFill>
                  <a:srgbClr val="888888"/>
                </a:solidFill>
                <a:latin typeface="Helvetica Neue"/>
                <a:ea typeface="Helvetica Neue"/>
                <a:cs typeface="Helvetica Neue"/>
                <a:sym typeface="Helvetica Neue"/>
              </a:defRPr>
            </a:lvl3pPr>
            <a:lvl4pPr marL="0" marR="0" lvl="3" indent="0" algn="r" rtl="0">
              <a:spcBef>
                <a:spcPts val="0"/>
              </a:spcBef>
              <a:buNone/>
              <a:defRPr sz="2400">
                <a:solidFill>
                  <a:srgbClr val="888888"/>
                </a:solidFill>
                <a:latin typeface="Helvetica Neue"/>
                <a:ea typeface="Helvetica Neue"/>
                <a:cs typeface="Helvetica Neue"/>
                <a:sym typeface="Helvetica Neue"/>
              </a:defRPr>
            </a:lvl4pPr>
            <a:lvl5pPr marL="0" marR="0" lvl="4" indent="0" algn="r" rtl="0">
              <a:spcBef>
                <a:spcPts val="0"/>
              </a:spcBef>
              <a:buNone/>
              <a:defRPr sz="2400">
                <a:solidFill>
                  <a:srgbClr val="888888"/>
                </a:solidFill>
                <a:latin typeface="Helvetica Neue"/>
                <a:ea typeface="Helvetica Neue"/>
                <a:cs typeface="Helvetica Neue"/>
                <a:sym typeface="Helvetica Neue"/>
              </a:defRPr>
            </a:lvl5pPr>
            <a:lvl6pPr marL="0" marR="0" lvl="5" indent="0" algn="r" rtl="0">
              <a:spcBef>
                <a:spcPts val="0"/>
              </a:spcBef>
              <a:buNone/>
              <a:defRPr sz="2400">
                <a:solidFill>
                  <a:srgbClr val="888888"/>
                </a:solidFill>
                <a:latin typeface="Helvetica Neue"/>
                <a:ea typeface="Helvetica Neue"/>
                <a:cs typeface="Helvetica Neue"/>
                <a:sym typeface="Helvetica Neue"/>
              </a:defRPr>
            </a:lvl6pPr>
            <a:lvl7pPr marL="0" marR="0" lvl="6" indent="0" algn="r" rtl="0">
              <a:spcBef>
                <a:spcPts val="0"/>
              </a:spcBef>
              <a:buNone/>
              <a:defRPr sz="2400">
                <a:solidFill>
                  <a:srgbClr val="888888"/>
                </a:solidFill>
                <a:latin typeface="Helvetica Neue"/>
                <a:ea typeface="Helvetica Neue"/>
                <a:cs typeface="Helvetica Neue"/>
                <a:sym typeface="Helvetica Neue"/>
              </a:defRPr>
            </a:lvl7pPr>
            <a:lvl8pPr marL="0" marR="0" lvl="7" indent="0" algn="r" rtl="0">
              <a:spcBef>
                <a:spcPts val="0"/>
              </a:spcBef>
              <a:buNone/>
              <a:defRPr sz="2400">
                <a:solidFill>
                  <a:srgbClr val="888888"/>
                </a:solidFill>
                <a:latin typeface="Helvetica Neue"/>
                <a:ea typeface="Helvetica Neue"/>
                <a:cs typeface="Helvetica Neue"/>
                <a:sym typeface="Helvetica Neue"/>
              </a:defRPr>
            </a:lvl8pPr>
            <a:lvl9pPr marL="0" marR="0" lvl="8" indent="0" algn="r" rtl="0">
              <a:spcBef>
                <a:spcPts val="0"/>
              </a:spcBef>
              <a:buNone/>
              <a:defRPr sz="2400">
                <a:solidFill>
                  <a:srgbClr val="888888"/>
                </a:solidFill>
                <a:latin typeface="Helvetica Neue"/>
                <a:ea typeface="Helvetica Neue"/>
                <a:cs typeface="Helvetica Neue"/>
                <a:sym typeface="Helvetica Neue"/>
              </a:defRPr>
            </a:lvl9pPr>
          </a:lstStyle>
          <a:p>
            <a:pPr marL="0" lvl="0" indent="0">
              <a:spcBef>
                <a:spcPts val="0"/>
              </a:spcBef>
              <a:spcAft>
                <a:spcPts val="0"/>
              </a:spcAft>
              <a:buNone/>
            </a:pPr>
            <a:fld id="{00000000-1234-1234-1234-123412341234}" type="slidenum">
              <a:rPr lang="en-AU"/>
              <a:t>‹#›</a:t>
            </a:fld>
            <a:endParaRPr/>
          </a:p>
        </p:txBody>
      </p:sp>
    </p:spTree>
    <p:extLst>
      <p:ext uri="{BB962C8B-B14F-4D97-AF65-F5344CB8AC3E}">
        <p14:creationId xmlns:p14="http://schemas.microsoft.com/office/powerpoint/2010/main" val="238095410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1_Thankyou">
    <p:spTree>
      <p:nvGrpSpPr>
        <p:cNvPr id="1" name=""/>
        <p:cNvGrpSpPr/>
        <p:nvPr/>
      </p:nvGrpSpPr>
      <p:grpSpPr>
        <a:xfrm>
          <a:off x="0" y="0"/>
          <a:ext cx="0" cy="0"/>
          <a:chOff x="0" y="0"/>
          <a:chExt cx="0" cy="0"/>
        </a:xfrm>
      </p:grpSpPr>
      <p:grpSp>
        <p:nvGrpSpPr>
          <p:cNvPr id="74" name="Group 73"/>
          <p:cNvGrpSpPr/>
          <p:nvPr userDrawn="1"/>
        </p:nvGrpSpPr>
        <p:grpSpPr>
          <a:xfrm>
            <a:off x="0" y="0"/>
            <a:ext cx="24382413" cy="13757703"/>
            <a:chOff x="774700" y="444500"/>
            <a:chExt cx="22831425" cy="12882563"/>
          </a:xfrm>
        </p:grpSpPr>
        <p:sp>
          <p:nvSpPr>
            <p:cNvPr id="59" name="AutoShape 1"/>
            <p:cNvSpPr>
              <a:spLocks/>
            </p:cNvSpPr>
            <p:nvPr userDrawn="1"/>
          </p:nvSpPr>
          <p:spPr bwMode="auto">
            <a:xfrm>
              <a:off x="774700" y="2552700"/>
              <a:ext cx="2508250" cy="7467600"/>
            </a:xfrm>
            <a:custGeom>
              <a:avLst/>
              <a:gdLst/>
              <a:ahLst/>
              <a:cxnLst/>
              <a:rect l="0" t="0" r="r" b="b"/>
              <a:pathLst>
                <a:path w="21600" h="21600">
                  <a:moveTo>
                    <a:pt x="0" y="21600"/>
                  </a:moveTo>
                  <a:lnTo>
                    <a:pt x="21600" y="18668"/>
                  </a:lnTo>
                  <a:lnTo>
                    <a:pt x="14067" y="7698"/>
                  </a:lnTo>
                  <a:lnTo>
                    <a:pt x="0" y="0"/>
                  </a:lnTo>
                  <a:cubicBezTo>
                    <a:pt x="0" y="0"/>
                    <a:pt x="0" y="21600"/>
                    <a:pt x="0" y="21600"/>
                  </a:cubicBezTo>
                  <a:close/>
                  <a:moveTo>
                    <a:pt x="0" y="21600"/>
                  </a:moveTo>
                </a:path>
              </a:pathLst>
            </a:custGeom>
            <a:solidFill>
              <a:schemeClr val="accent1"/>
            </a:solidFill>
            <a:ln>
              <a:noFill/>
            </a:ln>
            <a:extLst>
              <a:ext uri="{91240B29-F687-4F45-9708-019B960494DF}">
                <a14:hiddenLine xmlns:a14="http://schemas.microsoft.com/office/drawing/2010/main" w="12700" cap="flat">
                  <a:solidFill>
                    <a:schemeClr val="tx1"/>
                  </a:solidFill>
                  <a:miter lim="800000"/>
                  <a:headEnd type="none" w="med" len="med"/>
                  <a:tailEnd type="none" w="med" len="med"/>
                </a14:hiddenLine>
              </a:ext>
            </a:extLst>
          </p:spPr>
          <p:txBody>
            <a:bodyPr lIns="0" tIns="0" rIns="0" bIns="0"/>
            <a:lstStyle/>
            <a:p>
              <a:endParaRPr lang="en-US"/>
            </a:p>
          </p:txBody>
        </p:sp>
        <p:sp>
          <p:nvSpPr>
            <p:cNvPr id="60" name="AutoShape 2"/>
            <p:cNvSpPr>
              <a:spLocks/>
            </p:cNvSpPr>
            <p:nvPr userDrawn="1"/>
          </p:nvSpPr>
          <p:spPr bwMode="auto">
            <a:xfrm>
              <a:off x="1930400" y="2171700"/>
              <a:ext cx="8280400" cy="8612188"/>
            </a:xfrm>
            <a:custGeom>
              <a:avLst/>
              <a:gdLst/>
              <a:ahLst/>
              <a:cxnLst/>
              <a:rect l="0" t="0" r="r" b="b"/>
              <a:pathLst>
                <a:path w="21600" h="21600">
                  <a:moveTo>
                    <a:pt x="3659" y="16746"/>
                  </a:moveTo>
                  <a:lnTo>
                    <a:pt x="9755" y="21600"/>
                  </a:lnTo>
                  <a:lnTo>
                    <a:pt x="21600" y="15739"/>
                  </a:lnTo>
                  <a:lnTo>
                    <a:pt x="17941" y="4854"/>
                  </a:lnTo>
                  <a:lnTo>
                    <a:pt x="11845" y="0"/>
                  </a:lnTo>
                  <a:lnTo>
                    <a:pt x="0" y="5861"/>
                  </a:lnTo>
                  <a:cubicBezTo>
                    <a:pt x="0" y="5861"/>
                    <a:pt x="3659" y="16746"/>
                    <a:pt x="3659" y="16746"/>
                  </a:cubicBezTo>
                  <a:close/>
                  <a:moveTo>
                    <a:pt x="3659" y="16746"/>
                  </a:moveTo>
                </a:path>
              </a:pathLst>
            </a:custGeom>
            <a:solidFill>
              <a:schemeClr val="accent1"/>
            </a:solidFill>
            <a:ln>
              <a:noFill/>
            </a:ln>
            <a:extLst>
              <a:ext uri="{91240B29-F687-4F45-9708-019B960494DF}">
                <a14:hiddenLine xmlns:a14="http://schemas.microsoft.com/office/drawing/2010/main" w="12700" cap="flat">
                  <a:solidFill>
                    <a:schemeClr val="tx1"/>
                  </a:solidFill>
                  <a:miter lim="800000"/>
                  <a:headEnd type="none" w="med" len="med"/>
                  <a:tailEnd type="none" w="med" len="med"/>
                </a14:hiddenLine>
              </a:ext>
            </a:extLst>
          </p:spPr>
          <p:txBody>
            <a:bodyPr lIns="0" tIns="0" rIns="0" bIns="0"/>
            <a:lstStyle/>
            <a:p>
              <a:endParaRPr lang="en-US"/>
            </a:p>
          </p:txBody>
        </p:sp>
        <p:sp>
          <p:nvSpPr>
            <p:cNvPr id="61" name="AutoShape 3"/>
            <p:cNvSpPr>
              <a:spLocks/>
            </p:cNvSpPr>
            <p:nvPr userDrawn="1"/>
          </p:nvSpPr>
          <p:spPr bwMode="auto">
            <a:xfrm>
              <a:off x="774700" y="9563100"/>
              <a:ext cx="2284413" cy="3762375"/>
            </a:xfrm>
            <a:custGeom>
              <a:avLst/>
              <a:gdLst/>
              <a:ahLst/>
              <a:cxnLst/>
              <a:rect l="0" t="0" r="r" b="b"/>
              <a:pathLst>
                <a:path w="21600" h="21600">
                  <a:moveTo>
                    <a:pt x="0" y="21600"/>
                  </a:moveTo>
                  <a:lnTo>
                    <a:pt x="21600" y="21600"/>
                  </a:lnTo>
                  <a:lnTo>
                    <a:pt x="13210" y="6221"/>
                  </a:lnTo>
                  <a:lnTo>
                    <a:pt x="0" y="0"/>
                  </a:lnTo>
                  <a:cubicBezTo>
                    <a:pt x="0" y="0"/>
                    <a:pt x="0" y="21600"/>
                    <a:pt x="0" y="21600"/>
                  </a:cubicBezTo>
                  <a:close/>
                  <a:moveTo>
                    <a:pt x="0" y="21600"/>
                  </a:moveTo>
                </a:path>
              </a:pathLst>
            </a:custGeom>
            <a:solidFill>
              <a:schemeClr val="accent1"/>
            </a:solidFill>
            <a:ln>
              <a:noFill/>
            </a:ln>
            <a:extLst>
              <a:ext uri="{91240B29-F687-4F45-9708-019B960494DF}">
                <a14:hiddenLine xmlns:a14="http://schemas.microsoft.com/office/drawing/2010/main" w="12700" cap="flat">
                  <a:solidFill>
                    <a:schemeClr val="tx1"/>
                  </a:solidFill>
                  <a:miter lim="800000"/>
                  <a:headEnd type="none" w="med" len="med"/>
                  <a:tailEnd type="none" w="med" len="med"/>
                </a14:hiddenLine>
              </a:ext>
            </a:extLst>
          </p:spPr>
          <p:txBody>
            <a:bodyPr lIns="0" tIns="0" rIns="0" bIns="0"/>
            <a:lstStyle/>
            <a:p>
              <a:endParaRPr lang="en-US"/>
            </a:p>
          </p:txBody>
        </p:sp>
        <p:sp>
          <p:nvSpPr>
            <p:cNvPr id="62" name="AutoShape 4"/>
            <p:cNvSpPr>
              <a:spLocks/>
            </p:cNvSpPr>
            <p:nvPr userDrawn="1"/>
          </p:nvSpPr>
          <p:spPr bwMode="auto">
            <a:xfrm>
              <a:off x="15214600" y="2247900"/>
              <a:ext cx="8374063" cy="8461375"/>
            </a:xfrm>
            <a:custGeom>
              <a:avLst/>
              <a:gdLst/>
              <a:ahLst/>
              <a:cxnLst/>
              <a:rect l="0" t="0" r="r" b="b"/>
              <a:pathLst>
                <a:path w="21600" h="21600">
                  <a:moveTo>
                    <a:pt x="0" y="8449"/>
                  </a:moveTo>
                  <a:lnTo>
                    <a:pt x="5636" y="16022"/>
                  </a:lnTo>
                  <a:lnTo>
                    <a:pt x="12209" y="21600"/>
                  </a:lnTo>
                  <a:lnTo>
                    <a:pt x="21600" y="13151"/>
                  </a:lnTo>
                  <a:lnTo>
                    <a:pt x="15964" y="5578"/>
                  </a:lnTo>
                  <a:lnTo>
                    <a:pt x="9391" y="0"/>
                  </a:lnTo>
                  <a:cubicBezTo>
                    <a:pt x="9391" y="0"/>
                    <a:pt x="0" y="8449"/>
                    <a:pt x="0" y="8449"/>
                  </a:cubicBezTo>
                  <a:close/>
                  <a:moveTo>
                    <a:pt x="0" y="8449"/>
                  </a:moveTo>
                </a:path>
              </a:pathLst>
            </a:custGeom>
            <a:solidFill>
              <a:schemeClr val="accent1"/>
            </a:solidFill>
            <a:ln>
              <a:noFill/>
            </a:ln>
            <a:extLst>
              <a:ext uri="{91240B29-F687-4F45-9708-019B960494DF}">
                <a14:hiddenLine xmlns:a14="http://schemas.microsoft.com/office/drawing/2010/main" w="12700" cap="flat">
                  <a:solidFill>
                    <a:schemeClr val="tx1"/>
                  </a:solidFill>
                  <a:miter lim="800000"/>
                  <a:headEnd type="none" w="med" len="med"/>
                  <a:tailEnd type="none" w="med" len="med"/>
                </a14:hiddenLine>
              </a:ext>
            </a:extLst>
          </p:spPr>
          <p:txBody>
            <a:bodyPr lIns="0" tIns="0" rIns="0" bIns="0"/>
            <a:lstStyle/>
            <a:p>
              <a:endParaRPr lang="en-US"/>
            </a:p>
          </p:txBody>
        </p:sp>
        <p:sp>
          <p:nvSpPr>
            <p:cNvPr id="63" name="AutoShape 5"/>
            <p:cNvSpPr>
              <a:spLocks/>
            </p:cNvSpPr>
            <p:nvPr userDrawn="1"/>
          </p:nvSpPr>
          <p:spPr bwMode="auto">
            <a:xfrm>
              <a:off x="2882900" y="8775700"/>
              <a:ext cx="6864350" cy="4549775"/>
            </a:xfrm>
            <a:custGeom>
              <a:avLst/>
              <a:gdLst/>
              <a:ahLst/>
              <a:cxnLst/>
              <a:rect l="0" t="0" r="r" b="b"/>
              <a:pathLst>
                <a:path w="21600" h="21600">
                  <a:moveTo>
                    <a:pt x="665" y="16683"/>
                  </a:moveTo>
                  <a:lnTo>
                    <a:pt x="0" y="21600"/>
                  </a:lnTo>
                  <a:lnTo>
                    <a:pt x="19825" y="21600"/>
                  </a:lnTo>
                  <a:lnTo>
                    <a:pt x="21600" y="8467"/>
                  </a:lnTo>
                  <a:lnTo>
                    <a:pt x="6277" y="0"/>
                  </a:lnTo>
                  <a:cubicBezTo>
                    <a:pt x="6277" y="0"/>
                    <a:pt x="665" y="16683"/>
                    <a:pt x="665" y="16683"/>
                  </a:cubicBezTo>
                  <a:close/>
                  <a:moveTo>
                    <a:pt x="665" y="16683"/>
                  </a:moveTo>
                </a:path>
              </a:pathLst>
            </a:custGeom>
            <a:solidFill>
              <a:schemeClr val="accent1"/>
            </a:solidFill>
            <a:ln>
              <a:noFill/>
            </a:ln>
            <a:extLst>
              <a:ext uri="{91240B29-F687-4F45-9708-019B960494DF}">
                <a14:hiddenLine xmlns:a14="http://schemas.microsoft.com/office/drawing/2010/main" w="12700" cap="flat">
                  <a:solidFill>
                    <a:schemeClr val="tx1"/>
                  </a:solidFill>
                  <a:miter lim="800000"/>
                  <a:headEnd type="none" w="med" len="med"/>
                  <a:tailEnd type="none" w="med" len="med"/>
                </a14:hiddenLine>
              </a:ext>
            </a:extLst>
          </p:spPr>
          <p:txBody>
            <a:bodyPr lIns="0" tIns="0" rIns="0" bIns="0"/>
            <a:lstStyle/>
            <a:p>
              <a:endParaRPr lang="en-US"/>
            </a:p>
          </p:txBody>
        </p:sp>
        <p:sp>
          <p:nvSpPr>
            <p:cNvPr id="64" name="AutoShape 6"/>
            <p:cNvSpPr>
              <a:spLocks/>
            </p:cNvSpPr>
            <p:nvPr userDrawn="1"/>
          </p:nvSpPr>
          <p:spPr bwMode="auto">
            <a:xfrm>
              <a:off x="774700" y="444500"/>
              <a:ext cx="1931988" cy="2206625"/>
            </a:xfrm>
            <a:custGeom>
              <a:avLst/>
              <a:gdLst/>
              <a:ahLst/>
              <a:cxnLst/>
              <a:rect l="0" t="0" r="r" b="b"/>
              <a:pathLst>
                <a:path w="21600" h="21600">
                  <a:moveTo>
                    <a:pt x="0" y="0"/>
                  </a:moveTo>
                  <a:lnTo>
                    <a:pt x="0" y="21600"/>
                  </a:lnTo>
                  <a:lnTo>
                    <a:pt x="14245" y="20250"/>
                  </a:lnTo>
                  <a:lnTo>
                    <a:pt x="21600" y="13862"/>
                  </a:lnTo>
                  <a:lnTo>
                    <a:pt x="19649" y="0"/>
                  </a:lnTo>
                  <a:cubicBezTo>
                    <a:pt x="19649" y="0"/>
                    <a:pt x="0" y="0"/>
                    <a:pt x="0" y="0"/>
                  </a:cubicBezTo>
                  <a:close/>
                  <a:moveTo>
                    <a:pt x="0" y="0"/>
                  </a:moveTo>
                </a:path>
              </a:pathLst>
            </a:custGeom>
            <a:solidFill>
              <a:schemeClr val="accent1"/>
            </a:solidFill>
            <a:ln>
              <a:noFill/>
            </a:ln>
            <a:extLst>
              <a:ext uri="{91240B29-F687-4F45-9708-019B960494DF}">
                <a14:hiddenLine xmlns:a14="http://schemas.microsoft.com/office/drawing/2010/main" w="12700" cap="flat">
                  <a:solidFill>
                    <a:schemeClr val="tx1"/>
                  </a:solidFill>
                  <a:miter lim="800000"/>
                  <a:headEnd type="none" w="med" len="med"/>
                  <a:tailEnd type="none" w="med" len="med"/>
                </a14:hiddenLine>
              </a:ext>
            </a:extLst>
          </p:spPr>
          <p:txBody>
            <a:bodyPr lIns="0" tIns="0" rIns="0" bIns="0"/>
            <a:lstStyle/>
            <a:p>
              <a:endParaRPr lang="en-US"/>
            </a:p>
          </p:txBody>
        </p:sp>
        <p:sp>
          <p:nvSpPr>
            <p:cNvPr id="65" name="AutoShape 7"/>
            <p:cNvSpPr>
              <a:spLocks/>
            </p:cNvSpPr>
            <p:nvPr userDrawn="1"/>
          </p:nvSpPr>
          <p:spPr bwMode="auto">
            <a:xfrm>
              <a:off x="22733000" y="444500"/>
              <a:ext cx="869950" cy="2062163"/>
            </a:xfrm>
            <a:custGeom>
              <a:avLst/>
              <a:gdLst/>
              <a:ahLst/>
              <a:cxnLst/>
              <a:rect l="0" t="0" r="r" b="b"/>
              <a:pathLst>
                <a:path w="21600" h="21600">
                  <a:moveTo>
                    <a:pt x="4537" y="0"/>
                  </a:moveTo>
                  <a:lnTo>
                    <a:pt x="0" y="13841"/>
                  </a:lnTo>
                  <a:lnTo>
                    <a:pt x="18139" y="21425"/>
                  </a:lnTo>
                  <a:lnTo>
                    <a:pt x="21600" y="21600"/>
                  </a:lnTo>
                  <a:lnTo>
                    <a:pt x="21600" y="0"/>
                  </a:lnTo>
                  <a:cubicBezTo>
                    <a:pt x="21600" y="0"/>
                    <a:pt x="4537" y="0"/>
                    <a:pt x="4537" y="0"/>
                  </a:cubicBezTo>
                  <a:close/>
                  <a:moveTo>
                    <a:pt x="4537" y="0"/>
                  </a:moveTo>
                </a:path>
              </a:pathLst>
            </a:custGeom>
            <a:solidFill>
              <a:schemeClr val="accent1"/>
            </a:solidFill>
            <a:ln>
              <a:noFill/>
            </a:ln>
            <a:extLst>
              <a:ext uri="{91240B29-F687-4F45-9708-019B960494DF}">
                <a14:hiddenLine xmlns:a14="http://schemas.microsoft.com/office/drawing/2010/main" w="12700" cap="flat">
                  <a:solidFill>
                    <a:schemeClr val="tx1"/>
                  </a:solidFill>
                  <a:miter lim="800000"/>
                  <a:headEnd type="none" w="med" len="med"/>
                  <a:tailEnd type="none" w="med" len="med"/>
                </a14:hiddenLine>
              </a:ext>
            </a:extLst>
          </p:spPr>
          <p:txBody>
            <a:bodyPr lIns="0" tIns="0" rIns="0" bIns="0"/>
            <a:lstStyle/>
            <a:p>
              <a:endParaRPr lang="en-US"/>
            </a:p>
          </p:txBody>
        </p:sp>
        <p:sp>
          <p:nvSpPr>
            <p:cNvPr id="66" name="AutoShape 8"/>
            <p:cNvSpPr>
              <a:spLocks/>
            </p:cNvSpPr>
            <p:nvPr userDrawn="1"/>
          </p:nvSpPr>
          <p:spPr bwMode="auto">
            <a:xfrm>
              <a:off x="20929600" y="3848100"/>
              <a:ext cx="2671763" cy="6665913"/>
            </a:xfrm>
            <a:custGeom>
              <a:avLst/>
              <a:gdLst/>
              <a:ahLst/>
              <a:cxnLst/>
              <a:rect l="0" t="0" r="r" b="b"/>
              <a:pathLst>
                <a:path w="21600" h="21600">
                  <a:moveTo>
                    <a:pt x="0" y="5984"/>
                  </a:moveTo>
                  <a:lnTo>
                    <a:pt x="21600" y="21600"/>
                  </a:lnTo>
                  <a:lnTo>
                    <a:pt x="21600" y="0"/>
                  </a:lnTo>
                  <a:cubicBezTo>
                    <a:pt x="21600" y="0"/>
                    <a:pt x="0" y="5984"/>
                    <a:pt x="0" y="5984"/>
                  </a:cubicBezTo>
                  <a:close/>
                  <a:moveTo>
                    <a:pt x="0" y="5984"/>
                  </a:moveTo>
                </a:path>
              </a:pathLst>
            </a:custGeom>
            <a:solidFill>
              <a:schemeClr val="accent1"/>
            </a:solidFill>
            <a:ln>
              <a:noFill/>
            </a:ln>
            <a:extLst>
              <a:ext uri="{91240B29-F687-4F45-9708-019B960494DF}">
                <a14:hiddenLine xmlns:a14="http://schemas.microsoft.com/office/drawing/2010/main" w="12700" cap="flat">
                  <a:solidFill>
                    <a:schemeClr val="tx1"/>
                  </a:solidFill>
                  <a:miter lim="800000"/>
                  <a:headEnd type="none" w="med" len="med"/>
                  <a:tailEnd type="none" w="med" len="med"/>
                </a14:hiddenLine>
              </a:ext>
            </a:extLst>
          </p:spPr>
          <p:txBody>
            <a:bodyPr lIns="0" tIns="0" rIns="0" bIns="0"/>
            <a:lstStyle/>
            <a:p>
              <a:endParaRPr lang="en-US"/>
            </a:p>
          </p:txBody>
        </p:sp>
        <p:sp>
          <p:nvSpPr>
            <p:cNvPr id="67" name="AutoShape 9"/>
            <p:cNvSpPr>
              <a:spLocks/>
            </p:cNvSpPr>
            <p:nvPr userDrawn="1"/>
          </p:nvSpPr>
          <p:spPr bwMode="auto">
            <a:xfrm>
              <a:off x="8458200" y="2501900"/>
              <a:ext cx="8559800" cy="7967663"/>
            </a:xfrm>
            <a:custGeom>
              <a:avLst/>
              <a:gdLst/>
              <a:ahLst/>
              <a:cxnLst/>
              <a:rect l="0" t="0" r="r" b="b"/>
              <a:pathLst>
                <a:path w="21600" h="21600">
                  <a:moveTo>
                    <a:pt x="5240" y="18416"/>
                  </a:moveTo>
                  <a:lnTo>
                    <a:pt x="16767" y="21600"/>
                  </a:lnTo>
                  <a:lnTo>
                    <a:pt x="21600" y="8376"/>
                  </a:lnTo>
                  <a:lnTo>
                    <a:pt x="16360" y="3184"/>
                  </a:lnTo>
                  <a:lnTo>
                    <a:pt x="4833" y="0"/>
                  </a:lnTo>
                  <a:lnTo>
                    <a:pt x="0" y="13224"/>
                  </a:lnTo>
                  <a:cubicBezTo>
                    <a:pt x="0" y="13224"/>
                    <a:pt x="5240" y="18416"/>
                    <a:pt x="5240" y="18416"/>
                  </a:cubicBezTo>
                  <a:close/>
                  <a:moveTo>
                    <a:pt x="5240" y="18416"/>
                  </a:moveTo>
                </a:path>
              </a:pathLst>
            </a:custGeom>
            <a:solidFill>
              <a:schemeClr val="accent1"/>
            </a:solidFill>
            <a:ln>
              <a:noFill/>
            </a:ln>
            <a:extLst>
              <a:ext uri="{91240B29-F687-4F45-9708-019B960494DF}">
                <a14:hiddenLine xmlns:a14="http://schemas.microsoft.com/office/drawing/2010/main" w="12700" cap="flat">
                  <a:solidFill>
                    <a:schemeClr val="tx1"/>
                  </a:solidFill>
                  <a:miter lim="800000"/>
                  <a:headEnd type="none" w="med" len="med"/>
                  <a:tailEnd type="none" w="med" len="med"/>
                </a14:hiddenLine>
              </a:ext>
            </a:extLst>
          </p:spPr>
          <p:txBody>
            <a:bodyPr lIns="0" tIns="0" rIns="0" bIns="0"/>
            <a:lstStyle/>
            <a:p>
              <a:endParaRPr lang="en-US"/>
            </a:p>
          </p:txBody>
        </p:sp>
        <p:sp>
          <p:nvSpPr>
            <p:cNvPr id="68" name="AutoShape 10"/>
            <p:cNvSpPr>
              <a:spLocks/>
            </p:cNvSpPr>
            <p:nvPr userDrawn="1"/>
          </p:nvSpPr>
          <p:spPr bwMode="auto">
            <a:xfrm>
              <a:off x="16205200" y="444500"/>
              <a:ext cx="7400925" cy="3733800"/>
            </a:xfrm>
            <a:custGeom>
              <a:avLst/>
              <a:gdLst/>
              <a:ahLst/>
              <a:cxnLst/>
              <a:rect l="0" t="0" r="r" b="b"/>
              <a:pathLst>
                <a:path w="21600" h="21600">
                  <a:moveTo>
                    <a:pt x="0" y="0"/>
                  </a:moveTo>
                  <a:lnTo>
                    <a:pt x="2254" y="11257"/>
                  </a:lnTo>
                  <a:lnTo>
                    <a:pt x="7831" y="21600"/>
                  </a:lnTo>
                  <a:lnTo>
                    <a:pt x="21600" y="7679"/>
                  </a:lnTo>
                  <a:lnTo>
                    <a:pt x="21600" y="7260"/>
                  </a:lnTo>
                  <a:lnTo>
                    <a:pt x="20146" y="0"/>
                  </a:lnTo>
                  <a:cubicBezTo>
                    <a:pt x="20146" y="0"/>
                    <a:pt x="0" y="0"/>
                    <a:pt x="0" y="0"/>
                  </a:cubicBezTo>
                  <a:close/>
                  <a:moveTo>
                    <a:pt x="0" y="0"/>
                  </a:moveTo>
                </a:path>
              </a:pathLst>
            </a:custGeom>
            <a:solidFill>
              <a:schemeClr val="accent1"/>
            </a:solidFill>
            <a:ln>
              <a:noFill/>
            </a:ln>
            <a:extLst>
              <a:ext uri="{91240B29-F687-4F45-9708-019B960494DF}">
                <a14:hiddenLine xmlns:a14="http://schemas.microsoft.com/office/drawing/2010/main" w="12700" cap="flat">
                  <a:solidFill>
                    <a:schemeClr val="tx1"/>
                  </a:solidFill>
                  <a:miter lim="800000"/>
                  <a:headEnd type="none" w="med" len="med"/>
                  <a:tailEnd type="none" w="med" len="med"/>
                </a14:hiddenLine>
              </a:ext>
            </a:extLst>
          </p:spPr>
          <p:txBody>
            <a:bodyPr lIns="0" tIns="0" rIns="0" bIns="0"/>
            <a:lstStyle/>
            <a:p>
              <a:endParaRPr lang="en-US"/>
            </a:p>
          </p:txBody>
        </p:sp>
        <p:sp>
          <p:nvSpPr>
            <p:cNvPr id="69" name="AutoShape 11"/>
            <p:cNvSpPr>
              <a:spLocks/>
            </p:cNvSpPr>
            <p:nvPr userDrawn="1"/>
          </p:nvSpPr>
          <p:spPr bwMode="auto">
            <a:xfrm>
              <a:off x="9690100" y="444500"/>
              <a:ext cx="6400800" cy="3171825"/>
            </a:xfrm>
            <a:custGeom>
              <a:avLst/>
              <a:gdLst/>
              <a:ahLst/>
              <a:cxnLst/>
              <a:rect l="0" t="0" r="r" b="b"/>
              <a:pathLst>
                <a:path w="21600" h="21600">
                  <a:moveTo>
                    <a:pt x="0" y="0"/>
                  </a:moveTo>
                  <a:lnTo>
                    <a:pt x="912" y="21600"/>
                  </a:lnTo>
                  <a:lnTo>
                    <a:pt x="21600" y="18093"/>
                  </a:lnTo>
                  <a:lnTo>
                    <a:pt x="21453" y="11090"/>
                  </a:lnTo>
                  <a:lnTo>
                    <a:pt x="20985" y="0"/>
                  </a:lnTo>
                  <a:cubicBezTo>
                    <a:pt x="20985" y="0"/>
                    <a:pt x="0" y="0"/>
                    <a:pt x="0" y="0"/>
                  </a:cubicBezTo>
                  <a:close/>
                  <a:moveTo>
                    <a:pt x="0" y="0"/>
                  </a:moveTo>
                </a:path>
              </a:pathLst>
            </a:custGeom>
            <a:solidFill>
              <a:schemeClr val="accent1"/>
            </a:solidFill>
            <a:ln>
              <a:noFill/>
            </a:ln>
            <a:extLst>
              <a:ext uri="{91240B29-F687-4F45-9708-019B960494DF}">
                <a14:hiddenLine xmlns:a14="http://schemas.microsoft.com/office/drawing/2010/main" w="12700" cap="flat">
                  <a:solidFill>
                    <a:schemeClr val="tx1"/>
                  </a:solidFill>
                  <a:miter lim="800000"/>
                  <a:headEnd type="none" w="med" len="med"/>
                  <a:tailEnd type="none" w="med" len="med"/>
                </a14:hiddenLine>
              </a:ext>
            </a:extLst>
          </p:spPr>
          <p:txBody>
            <a:bodyPr lIns="0" tIns="0" rIns="0" bIns="0"/>
            <a:lstStyle/>
            <a:p>
              <a:endParaRPr lang="en-US"/>
            </a:p>
          </p:txBody>
        </p:sp>
        <p:sp>
          <p:nvSpPr>
            <p:cNvPr id="70" name="AutoShape 12"/>
            <p:cNvSpPr>
              <a:spLocks/>
            </p:cNvSpPr>
            <p:nvPr userDrawn="1"/>
          </p:nvSpPr>
          <p:spPr bwMode="auto">
            <a:xfrm>
              <a:off x="1397000" y="444500"/>
              <a:ext cx="8455025" cy="4414838"/>
            </a:xfrm>
            <a:custGeom>
              <a:avLst/>
              <a:gdLst/>
              <a:ahLst/>
              <a:cxnLst/>
              <a:rect l="0" t="0" r="r" b="b"/>
              <a:pathLst>
                <a:path w="21600" h="21600">
                  <a:moveTo>
                    <a:pt x="1384" y="0"/>
                  </a:moveTo>
                  <a:lnTo>
                    <a:pt x="0" y="8913"/>
                  </a:lnTo>
                  <a:lnTo>
                    <a:pt x="13612" y="21600"/>
                  </a:lnTo>
                  <a:lnTo>
                    <a:pt x="20237" y="8777"/>
                  </a:lnTo>
                  <a:lnTo>
                    <a:pt x="21600" y="0"/>
                  </a:lnTo>
                  <a:cubicBezTo>
                    <a:pt x="21600" y="0"/>
                    <a:pt x="1384" y="0"/>
                    <a:pt x="1384" y="0"/>
                  </a:cubicBezTo>
                  <a:close/>
                  <a:moveTo>
                    <a:pt x="1384" y="0"/>
                  </a:moveTo>
                </a:path>
              </a:pathLst>
            </a:custGeom>
            <a:solidFill>
              <a:schemeClr val="accent1"/>
            </a:solidFill>
            <a:ln>
              <a:noFill/>
            </a:ln>
            <a:extLst>
              <a:ext uri="{91240B29-F687-4F45-9708-019B960494DF}">
                <a14:hiddenLine xmlns:a14="http://schemas.microsoft.com/office/drawing/2010/main" w="12700" cap="flat">
                  <a:solidFill>
                    <a:schemeClr val="tx1"/>
                  </a:solidFill>
                  <a:miter lim="800000"/>
                  <a:headEnd type="none" w="med" len="med"/>
                  <a:tailEnd type="none" w="med" len="med"/>
                </a14:hiddenLine>
              </a:ext>
            </a:extLst>
          </p:spPr>
          <p:txBody>
            <a:bodyPr lIns="0" tIns="0" rIns="0" bIns="0"/>
            <a:lstStyle/>
            <a:p>
              <a:endParaRPr lang="en-US"/>
            </a:p>
          </p:txBody>
        </p:sp>
        <p:sp>
          <p:nvSpPr>
            <p:cNvPr id="71" name="AutoShape 13"/>
            <p:cNvSpPr>
              <a:spLocks/>
            </p:cNvSpPr>
            <p:nvPr userDrawn="1"/>
          </p:nvSpPr>
          <p:spPr bwMode="auto">
            <a:xfrm>
              <a:off x="7912100" y="8661400"/>
              <a:ext cx="9345613" cy="4660900"/>
            </a:xfrm>
            <a:custGeom>
              <a:avLst/>
              <a:gdLst/>
              <a:ahLst/>
              <a:cxnLst/>
              <a:rect l="0" t="0" r="r" b="b"/>
              <a:pathLst>
                <a:path w="21600" h="21600">
                  <a:moveTo>
                    <a:pt x="5549" y="6130"/>
                  </a:moveTo>
                  <a:lnTo>
                    <a:pt x="0" y="16329"/>
                  </a:lnTo>
                  <a:lnTo>
                    <a:pt x="1064" y="21600"/>
                  </a:lnTo>
                  <a:lnTo>
                    <a:pt x="21600" y="21600"/>
                  </a:lnTo>
                  <a:lnTo>
                    <a:pt x="17240" y="0"/>
                  </a:lnTo>
                  <a:cubicBezTo>
                    <a:pt x="17240" y="0"/>
                    <a:pt x="5549" y="6130"/>
                    <a:pt x="5549" y="6130"/>
                  </a:cubicBezTo>
                  <a:close/>
                  <a:moveTo>
                    <a:pt x="5549" y="6130"/>
                  </a:moveTo>
                </a:path>
              </a:pathLst>
            </a:custGeom>
            <a:solidFill>
              <a:schemeClr val="accent1"/>
            </a:solidFill>
            <a:ln>
              <a:noFill/>
            </a:ln>
            <a:extLst>
              <a:ext uri="{91240B29-F687-4F45-9708-019B960494DF}">
                <a14:hiddenLine xmlns:a14="http://schemas.microsoft.com/office/drawing/2010/main" w="12700" cap="flat">
                  <a:solidFill>
                    <a:schemeClr val="tx1"/>
                  </a:solidFill>
                  <a:miter lim="800000"/>
                  <a:headEnd type="none" w="med" len="med"/>
                  <a:tailEnd type="none" w="med" len="med"/>
                </a14:hiddenLine>
              </a:ext>
            </a:extLst>
          </p:spPr>
          <p:txBody>
            <a:bodyPr lIns="0" tIns="0" rIns="0" bIns="0"/>
            <a:lstStyle/>
            <a:p>
              <a:endParaRPr lang="en-US"/>
            </a:p>
          </p:txBody>
        </p:sp>
        <p:sp>
          <p:nvSpPr>
            <p:cNvPr id="72" name="AutoShape 14"/>
            <p:cNvSpPr>
              <a:spLocks/>
            </p:cNvSpPr>
            <p:nvPr userDrawn="1"/>
          </p:nvSpPr>
          <p:spPr bwMode="auto">
            <a:xfrm>
              <a:off x="21831300" y="10248900"/>
              <a:ext cx="1773238" cy="3078163"/>
            </a:xfrm>
            <a:custGeom>
              <a:avLst/>
              <a:gdLst/>
              <a:ahLst/>
              <a:cxnLst/>
              <a:rect l="0" t="0" r="r" b="b"/>
              <a:pathLst>
                <a:path w="21600" h="21600">
                  <a:moveTo>
                    <a:pt x="0" y="21600"/>
                  </a:moveTo>
                  <a:lnTo>
                    <a:pt x="21600" y="21600"/>
                  </a:lnTo>
                  <a:lnTo>
                    <a:pt x="21600" y="0"/>
                  </a:lnTo>
                  <a:cubicBezTo>
                    <a:pt x="21600" y="0"/>
                    <a:pt x="0" y="21600"/>
                    <a:pt x="0" y="21600"/>
                  </a:cubicBezTo>
                  <a:close/>
                  <a:moveTo>
                    <a:pt x="0" y="21600"/>
                  </a:moveTo>
                </a:path>
              </a:pathLst>
            </a:custGeom>
            <a:solidFill>
              <a:schemeClr val="accent1"/>
            </a:solidFill>
            <a:ln>
              <a:noFill/>
            </a:ln>
            <a:extLst>
              <a:ext uri="{91240B29-F687-4F45-9708-019B960494DF}">
                <a14:hiddenLine xmlns:a14="http://schemas.microsoft.com/office/drawing/2010/main" w="12700" cap="flat">
                  <a:solidFill>
                    <a:schemeClr val="tx1"/>
                  </a:solidFill>
                  <a:miter lim="800000"/>
                  <a:headEnd type="none" w="med" len="med"/>
                  <a:tailEnd type="none" w="med" len="med"/>
                </a14:hiddenLine>
              </a:ext>
            </a:extLst>
          </p:spPr>
          <p:txBody>
            <a:bodyPr lIns="0" tIns="0" rIns="0" bIns="0"/>
            <a:lstStyle/>
            <a:p>
              <a:endParaRPr lang="en-US"/>
            </a:p>
          </p:txBody>
        </p:sp>
        <p:sp>
          <p:nvSpPr>
            <p:cNvPr id="73" name="AutoShape 15"/>
            <p:cNvSpPr>
              <a:spLocks/>
            </p:cNvSpPr>
            <p:nvPr userDrawn="1"/>
          </p:nvSpPr>
          <p:spPr bwMode="auto">
            <a:xfrm>
              <a:off x="14681200" y="8712200"/>
              <a:ext cx="8915400" cy="4610100"/>
            </a:xfrm>
            <a:custGeom>
              <a:avLst/>
              <a:gdLst/>
              <a:ahLst/>
              <a:cxnLst/>
              <a:rect l="0" t="0" r="r" b="b"/>
              <a:pathLst>
                <a:path w="21600" h="21600">
                  <a:moveTo>
                    <a:pt x="5165" y="6060"/>
                  </a:moveTo>
                  <a:lnTo>
                    <a:pt x="0" y="15408"/>
                  </a:lnTo>
                  <a:lnTo>
                    <a:pt x="1147" y="21600"/>
                  </a:lnTo>
                  <a:lnTo>
                    <a:pt x="21600" y="21600"/>
                  </a:lnTo>
                  <a:lnTo>
                    <a:pt x="21600" y="19275"/>
                  </a:lnTo>
                  <a:lnTo>
                    <a:pt x="18031" y="0"/>
                  </a:lnTo>
                  <a:cubicBezTo>
                    <a:pt x="18031" y="0"/>
                    <a:pt x="5165" y="6060"/>
                    <a:pt x="5165" y="6060"/>
                  </a:cubicBezTo>
                  <a:close/>
                  <a:moveTo>
                    <a:pt x="5165" y="6060"/>
                  </a:moveTo>
                </a:path>
              </a:pathLst>
            </a:custGeom>
            <a:solidFill>
              <a:srgbClr val="000000"/>
            </a:solidFill>
            <a:ln>
              <a:noFill/>
            </a:ln>
            <a:extLst>
              <a:ext uri="{91240B29-F687-4F45-9708-019B960494DF}">
                <a14:hiddenLine xmlns:a14="http://schemas.microsoft.com/office/drawing/2010/main" w="12700" cap="flat">
                  <a:solidFill>
                    <a:schemeClr val="tx1"/>
                  </a:solidFill>
                  <a:miter lim="800000"/>
                  <a:headEnd type="none" w="med" len="med"/>
                  <a:tailEnd type="none" w="med" len="med"/>
                </a14:hiddenLine>
              </a:ext>
            </a:extLst>
          </p:spPr>
          <p:txBody>
            <a:bodyPr lIns="0" tIns="0" rIns="0" bIns="0"/>
            <a:lstStyle/>
            <a:p>
              <a:endParaRPr lang="en-US"/>
            </a:p>
          </p:txBody>
        </p:sp>
      </p:grpSp>
      <p:sp>
        <p:nvSpPr>
          <p:cNvPr id="2" name="Title 1"/>
          <p:cNvSpPr>
            <a:spLocks noGrp="1"/>
          </p:cNvSpPr>
          <p:nvPr>
            <p:ph type="ctrTitle" hasCustomPrompt="1"/>
          </p:nvPr>
        </p:nvSpPr>
        <p:spPr>
          <a:xfrm>
            <a:off x="2732171" y="4081782"/>
            <a:ext cx="15625209" cy="4775200"/>
          </a:xfrm>
        </p:spPr>
        <p:txBody>
          <a:bodyPr lIns="0" tIns="0" rIns="0" bIns="0" anchor="t" anchorCtr="0">
            <a:noAutofit/>
          </a:bodyPr>
          <a:lstStyle>
            <a:lvl1pPr marL="0" indent="0" algn="l">
              <a:lnSpc>
                <a:spcPts val="10400"/>
              </a:lnSpc>
              <a:tabLst>
                <a:tab pos="2746375" algn="l"/>
              </a:tabLst>
              <a:defRPr sz="10000">
                <a:solidFill>
                  <a:schemeClr val="bg1"/>
                </a:solidFill>
              </a:defRPr>
            </a:lvl1pPr>
          </a:lstStyle>
          <a:p>
            <a:r>
              <a:rPr lang="en-US"/>
              <a:t>Thank</a:t>
            </a:r>
            <a:br>
              <a:rPr lang="en-US"/>
            </a:br>
            <a:r>
              <a:rPr lang="en-US"/>
              <a:t>	you</a:t>
            </a:r>
          </a:p>
        </p:txBody>
      </p:sp>
      <p:grpSp>
        <p:nvGrpSpPr>
          <p:cNvPr id="41" name="Group 40"/>
          <p:cNvGrpSpPr/>
          <p:nvPr userDrawn="1"/>
        </p:nvGrpSpPr>
        <p:grpSpPr>
          <a:xfrm>
            <a:off x="1384313" y="11155626"/>
            <a:ext cx="1395984" cy="1395984"/>
            <a:chOff x="25626365" y="3145536"/>
            <a:chExt cx="7199313" cy="7199313"/>
          </a:xfrm>
        </p:grpSpPr>
        <p:sp>
          <p:nvSpPr>
            <p:cNvPr id="39" name="AutoShape 1"/>
            <p:cNvSpPr>
              <a:spLocks/>
            </p:cNvSpPr>
            <p:nvPr userDrawn="1"/>
          </p:nvSpPr>
          <p:spPr bwMode="auto">
            <a:xfrm>
              <a:off x="25626365" y="3145536"/>
              <a:ext cx="7199313" cy="7199313"/>
            </a:xfrm>
            <a:custGeom>
              <a:avLst/>
              <a:gdLst/>
              <a:ahLst/>
              <a:cxnLst/>
              <a:rect l="0" t="0" r="r" b="b"/>
              <a:pathLst>
                <a:path w="21600" h="21600">
                  <a:moveTo>
                    <a:pt x="0" y="21600"/>
                  </a:moveTo>
                  <a:lnTo>
                    <a:pt x="21600" y="21600"/>
                  </a:lnTo>
                  <a:lnTo>
                    <a:pt x="21600" y="0"/>
                  </a:lnTo>
                  <a:lnTo>
                    <a:pt x="0" y="0"/>
                  </a:lnTo>
                  <a:cubicBezTo>
                    <a:pt x="0" y="0"/>
                    <a:pt x="0" y="21600"/>
                    <a:pt x="0" y="21600"/>
                  </a:cubicBezTo>
                  <a:close/>
                  <a:moveTo>
                    <a:pt x="0" y="21600"/>
                  </a:moveTo>
                </a:path>
              </a:pathLst>
            </a:custGeom>
            <a:solidFill>
              <a:schemeClr val="tx1"/>
            </a:solidFill>
            <a:ln>
              <a:noFill/>
            </a:ln>
          </p:spPr>
          <p:txBody>
            <a:bodyPr lIns="0" tIns="0" rIns="0" bIns="0"/>
            <a:lstStyle/>
            <a:p>
              <a:endParaRPr lang="en-US"/>
            </a:p>
          </p:txBody>
        </p:sp>
        <p:sp>
          <p:nvSpPr>
            <p:cNvPr id="40" name="AutoShape 2"/>
            <p:cNvSpPr>
              <a:spLocks/>
            </p:cNvSpPr>
            <p:nvPr userDrawn="1"/>
          </p:nvSpPr>
          <p:spPr bwMode="auto">
            <a:xfrm>
              <a:off x="26921765" y="4466336"/>
              <a:ext cx="4748213" cy="4540250"/>
            </a:xfrm>
            <a:custGeom>
              <a:avLst/>
              <a:gdLst/>
              <a:ahLst/>
              <a:cxnLst/>
              <a:rect l="0" t="0" r="r" b="b"/>
              <a:pathLst>
                <a:path w="21600" h="21458">
                  <a:moveTo>
                    <a:pt x="16952" y="15509"/>
                  </a:moveTo>
                  <a:lnTo>
                    <a:pt x="21600" y="10680"/>
                  </a:lnTo>
                  <a:lnTo>
                    <a:pt x="20270" y="9299"/>
                  </a:lnTo>
                  <a:lnTo>
                    <a:pt x="15965" y="13772"/>
                  </a:lnTo>
                  <a:lnTo>
                    <a:pt x="14953" y="12721"/>
                  </a:lnTo>
                  <a:lnTo>
                    <a:pt x="13624" y="14101"/>
                  </a:lnTo>
                  <a:lnTo>
                    <a:pt x="14978" y="15509"/>
                  </a:lnTo>
                  <a:cubicBezTo>
                    <a:pt x="15523" y="16075"/>
                    <a:pt x="16407" y="16075"/>
                    <a:pt x="16952" y="15509"/>
                  </a:cubicBezTo>
                  <a:moveTo>
                    <a:pt x="19010" y="6901"/>
                  </a:moveTo>
                  <a:lnTo>
                    <a:pt x="20782" y="5059"/>
                  </a:lnTo>
                  <a:lnTo>
                    <a:pt x="19010" y="3217"/>
                  </a:lnTo>
                  <a:lnTo>
                    <a:pt x="18177" y="4082"/>
                  </a:lnTo>
                  <a:lnTo>
                    <a:pt x="13753" y="4082"/>
                  </a:lnTo>
                  <a:lnTo>
                    <a:pt x="12920" y="3217"/>
                  </a:lnTo>
                  <a:lnTo>
                    <a:pt x="11148" y="5059"/>
                  </a:lnTo>
                  <a:lnTo>
                    <a:pt x="12920" y="6901"/>
                  </a:lnTo>
                  <a:lnTo>
                    <a:pt x="13753" y="6036"/>
                  </a:lnTo>
                  <a:lnTo>
                    <a:pt x="15025" y="6036"/>
                  </a:lnTo>
                  <a:lnTo>
                    <a:pt x="15025" y="8650"/>
                  </a:lnTo>
                  <a:cubicBezTo>
                    <a:pt x="15602" y="8295"/>
                    <a:pt x="16328" y="8294"/>
                    <a:pt x="16905" y="8650"/>
                  </a:cubicBezTo>
                  <a:lnTo>
                    <a:pt x="16905" y="6036"/>
                  </a:lnTo>
                  <a:lnTo>
                    <a:pt x="18177" y="6036"/>
                  </a:lnTo>
                  <a:cubicBezTo>
                    <a:pt x="18177" y="6036"/>
                    <a:pt x="19010" y="6901"/>
                    <a:pt x="19010" y="6901"/>
                  </a:cubicBezTo>
                  <a:close/>
                  <a:moveTo>
                    <a:pt x="15965" y="3684"/>
                  </a:moveTo>
                  <a:lnTo>
                    <a:pt x="17738" y="1843"/>
                  </a:lnTo>
                  <a:lnTo>
                    <a:pt x="15965" y="0"/>
                  </a:lnTo>
                  <a:lnTo>
                    <a:pt x="14192" y="1843"/>
                  </a:lnTo>
                  <a:cubicBezTo>
                    <a:pt x="14192" y="1843"/>
                    <a:pt x="15965" y="3684"/>
                    <a:pt x="15965" y="3684"/>
                  </a:cubicBezTo>
                  <a:close/>
                  <a:moveTo>
                    <a:pt x="11660" y="9299"/>
                  </a:moveTo>
                  <a:lnTo>
                    <a:pt x="10331" y="10680"/>
                  </a:lnTo>
                  <a:lnTo>
                    <a:pt x="11660" y="12061"/>
                  </a:lnTo>
                  <a:lnTo>
                    <a:pt x="12989" y="10680"/>
                  </a:lnTo>
                  <a:cubicBezTo>
                    <a:pt x="12989" y="10680"/>
                    <a:pt x="11660" y="9299"/>
                    <a:pt x="11660" y="9299"/>
                  </a:cubicBezTo>
                  <a:close/>
                  <a:moveTo>
                    <a:pt x="8282" y="17567"/>
                  </a:moveTo>
                  <a:cubicBezTo>
                    <a:pt x="8282" y="15877"/>
                    <a:pt x="7291" y="14733"/>
                    <a:pt x="5701" y="14733"/>
                  </a:cubicBezTo>
                  <a:lnTo>
                    <a:pt x="122" y="14733"/>
                  </a:lnTo>
                  <a:lnTo>
                    <a:pt x="122" y="16550"/>
                  </a:lnTo>
                  <a:lnTo>
                    <a:pt x="5676" y="16550"/>
                  </a:lnTo>
                  <a:cubicBezTo>
                    <a:pt x="6324" y="16550"/>
                    <a:pt x="6728" y="16944"/>
                    <a:pt x="6728" y="17567"/>
                  </a:cubicBezTo>
                  <a:cubicBezTo>
                    <a:pt x="6728" y="18202"/>
                    <a:pt x="6324" y="18583"/>
                    <a:pt x="5676" y="18583"/>
                  </a:cubicBezTo>
                  <a:lnTo>
                    <a:pt x="122" y="18583"/>
                  </a:lnTo>
                  <a:lnTo>
                    <a:pt x="122" y="20401"/>
                  </a:lnTo>
                  <a:lnTo>
                    <a:pt x="5701" y="20401"/>
                  </a:lnTo>
                  <a:cubicBezTo>
                    <a:pt x="7291" y="20401"/>
                    <a:pt x="8282" y="19257"/>
                    <a:pt x="8282" y="17567"/>
                  </a:cubicBezTo>
                  <a:moveTo>
                    <a:pt x="8282" y="3811"/>
                  </a:moveTo>
                  <a:cubicBezTo>
                    <a:pt x="8282" y="2032"/>
                    <a:pt x="7242" y="1015"/>
                    <a:pt x="5762" y="1015"/>
                  </a:cubicBezTo>
                  <a:cubicBezTo>
                    <a:pt x="4282" y="1015"/>
                    <a:pt x="3768" y="2006"/>
                    <a:pt x="3389" y="3049"/>
                  </a:cubicBezTo>
                  <a:lnTo>
                    <a:pt x="3009" y="4091"/>
                  </a:lnTo>
                  <a:cubicBezTo>
                    <a:pt x="2801" y="4663"/>
                    <a:pt x="2447" y="4764"/>
                    <a:pt x="2214" y="4764"/>
                  </a:cubicBezTo>
                  <a:cubicBezTo>
                    <a:pt x="1774" y="4764"/>
                    <a:pt x="1443" y="4434"/>
                    <a:pt x="1443" y="3849"/>
                  </a:cubicBezTo>
                  <a:cubicBezTo>
                    <a:pt x="1443" y="3277"/>
                    <a:pt x="1811" y="2896"/>
                    <a:pt x="2385" y="2896"/>
                  </a:cubicBezTo>
                  <a:lnTo>
                    <a:pt x="2606" y="2896"/>
                  </a:lnTo>
                  <a:lnTo>
                    <a:pt x="2606" y="1193"/>
                  </a:lnTo>
                  <a:lnTo>
                    <a:pt x="2422" y="1193"/>
                  </a:lnTo>
                  <a:cubicBezTo>
                    <a:pt x="930" y="1193"/>
                    <a:pt x="0" y="2261"/>
                    <a:pt x="0" y="3849"/>
                  </a:cubicBezTo>
                  <a:cubicBezTo>
                    <a:pt x="0" y="5514"/>
                    <a:pt x="1101" y="6480"/>
                    <a:pt x="2324" y="6480"/>
                  </a:cubicBezTo>
                  <a:cubicBezTo>
                    <a:pt x="3499" y="6480"/>
                    <a:pt x="4196" y="5845"/>
                    <a:pt x="4636" y="4637"/>
                  </a:cubicBezTo>
                  <a:lnTo>
                    <a:pt x="5065" y="3468"/>
                  </a:lnTo>
                  <a:cubicBezTo>
                    <a:pt x="5260" y="2947"/>
                    <a:pt x="5529" y="2743"/>
                    <a:pt x="5933" y="2743"/>
                  </a:cubicBezTo>
                  <a:cubicBezTo>
                    <a:pt x="6496" y="2743"/>
                    <a:pt x="6826" y="3125"/>
                    <a:pt x="6826" y="3811"/>
                  </a:cubicBezTo>
                  <a:cubicBezTo>
                    <a:pt x="6826" y="4497"/>
                    <a:pt x="6520" y="4917"/>
                    <a:pt x="5872" y="4917"/>
                  </a:cubicBezTo>
                  <a:lnTo>
                    <a:pt x="5578" y="4917"/>
                  </a:lnTo>
                  <a:lnTo>
                    <a:pt x="5578" y="6633"/>
                  </a:lnTo>
                  <a:lnTo>
                    <a:pt x="5860" y="6633"/>
                  </a:lnTo>
                  <a:cubicBezTo>
                    <a:pt x="7352" y="6633"/>
                    <a:pt x="8282" y="5438"/>
                    <a:pt x="8282" y="3811"/>
                  </a:cubicBezTo>
                  <a:moveTo>
                    <a:pt x="1676" y="7753"/>
                  </a:moveTo>
                  <a:lnTo>
                    <a:pt x="122" y="7753"/>
                  </a:lnTo>
                  <a:lnTo>
                    <a:pt x="122" y="13129"/>
                  </a:lnTo>
                  <a:lnTo>
                    <a:pt x="1676" y="13129"/>
                  </a:lnTo>
                  <a:lnTo>
                    <a:pt x="1676" y="11350"/>
                  </a:lnTo>
                  <a:lnTo>
                    <a:pt x="8159" y="11350"/>
                  </a:lnTo>
                  <a:lnTo>
                    <a:pt x="8159" y="9533"/>
                  </a:lnTo>
                  <a:lnTo>
                    <a:pt x="1676" y="9533"/>
                  </a:lnTo>
                  <a:cubicBezTo>
                    <a:pt x="1676" y="9533"/>
                    <a:pt x="1676" y="7753"/>
                    <a:pt x="1676" y="7753"/>
                  </a:cubicBezTo>
                  <a:close/>
                  <a:moveTo>
                    <a:pt x="14978" y="9273"/>
                  </a:moveTo>
                  <a:lnTo>
                    <a:pt x="10331" y="14101"/>
                  </a:lnTo>
                  <a:lnTo>
                    <a:pt x="11660" y="15483"/>
                  </a:lnTo>
                  <a:lnTo>
                    <a:pt x="15965" y="11009"/>
                  </a:lnTo>
                  <a:lnTo>
                    <a:pt x="16978" y="12061"/>
                  </a:lnTo>
                  <a:lnTo>
                    <a:pt x="18307" y="10680"/>
                  </a:lnTo>
                  <a:lnTo>
                    <a:pt x="16952" y="9273"/>
                  </a:lnTo>
                  <a:cubicBezTo>
                    <a:pt x="16407" y="8707"/>
                    <a:pt x="15523" y="8707"/>
                    <a:pt x="14978" y="9273"/>
                  </a:cubicBezTo>
                  <a:moveTo>
                    <a:pt x="12294" y="15483"/>
                  </a:moveTo>
                  <a:lnTo>
                    <a:pt x="10964" y="16864"/>
                  </a:lnTo>
                  <a:lnTo>
                    <a:pt x="12319" y="18271"/>
                  </a:lnTo>
                  <a:cubicBezTo>
                    <a:pt x="12864" y="18838"/>
                    <a:pt x="13748" y="18838"/>
                    <a:pt x="14293" y="18271"/>
                  </a:cubicBezTo>
                  <a:lnTo>
                    <a:pt x="15648" y="16863"/>
                  </a:lnTo>
                  <a:lnTo>
                    <a:pt x="14319" y="15483"/>
                  </a:lnTo>
                  <a:lnTo>
                    <a:pt x="13307" y="16534"/>
                  </a:lnTo>
                  <a:cubicBezTo>
                    <a:pt x="13307" y="16534"/>
                    <a:pt x="12294" y="15483"/>
                    <a:pt x="12294" y="15483"/>
                  </a:cubicBezTo>
                  <a:close/>
                  <a:moveTo>
                    <a:pt x="14953" y="18245"/>
                  </a:moveTo>
                  <a:lnTo>
                    <a:pt x="13623" y="19626"/>
                  </a:lnTo>
                  <a:lnTo>
                    <a:pt x="14978" y="21033"/>
                  </a:lnTo>
                  <a:cubicBezTo>
                    <a:pt x="15523" y="21600"/>
                    <a:pt x="16407" y="21600"/>
                    <a:pt x="16952" y="21033"/>
                  </a:cubicBezTo>
                  <a:lnTo>
                    <a:pt x="18307" y="19626"/>
                  </a:lnTo>
                  <a:lnTo>
                    <a:pt x="16978" y="18245"/>
                  </a:lnTo>
                  <a:lnTo>
                    <a:pt x="15965" y="19296"/>
                  </a:lnTo>
                  <a:cubicBezTo>
                    <a:pt x="15965" y="19296"/>
                    <a:pt x="14953" y="18245"/>
                    <a:pt x="14953" y="18245"/>
                  </a:cubicBezTo>
                  <a:close/>
                  <a:moveTo>
                    <a:pt x="20271" y="15483"/>
                  </a:moveTo>
                  <a:lnTo>
                    <a:pt x="21600" y="14101"/>
                  </a:lnTo>
                  <a:lnTo>
                    <a:pt x="20270" y="12720"/>
                  </a:lnTo>
                  <a:lnTo>
                    <a:pt x="18941" y="14101"/>
                  </a:lnTo>
                  <a:cubicBezTo>
                    <a:pt x="18941" y="14101"/>
                    <a:pt x="20271" y="15483"/>
                    <a:pt x="20271" y="15483"/>
                  </a:cubicBezTo>
                  <a:close/>
                  <a:moveTo>
                    <a:pt x="17637" y="18271"/>
                  </a:moveTo>
                  <a:cubicBezTo>
                    <a:pt x="18182" y="18838"/>
                    <a:pt x="19066" y="18838"/>
                    <a:pt x="19612" y="18271"/>
                  </a:cubicBezTo>
                  <a:lnTo>
                    <a:pt x="20966" y="16864"/>
                  </a:lnTo>
                  <a:lnTo>
                    <a:pt x="19636" y="15483"/>
                  </a:lnTo>
                  <a:lnTo>
                    <a:pt x="18624" y="16534"/>
                  </a:lnTo>
                  <a:lnTo>
                    <a:pt x="17611" y="15483"/>
                  </a:lnTo>
                  <a:lnTo>
                    <a:pt x="16282" y="16863"/>
                  </a:lnTo>
                  <a:cubicBezTo>
                    <a:pt x="16282" y="16863"/>
                    <a:pt x="17637" y="18271"/>
                    <a:pt x="17637" y="18271"/>
                  </a:cubicBezTo>
                  <a:close/>
                  <a:moveTo>
                    <a:pt x="17637" y="18271"/>
                  </a:moveTo>
                </a:path>
              </a:pathLst>
            </a:custGeom>
            <a:solidFill>
              <a:schemeClr val="bg1"/>
            </a:solidFill>
            <a:ln>
              <a:noFill/>
            </a:ln>
          </p:spPr>
          <p:txBody>
            <a:bodyPr lIns="0" tIns="0" rIns="0" bIns="0"/>
            <a:lstStyle/>
            <a:p>
              <a:endParaRPr lang="en-US"/>
            </a:p>
          </p:txBody>
        </p:sp>
      </p:grpSp>
    </p:spTree>
    <p:extLst>
      <p:ext uri="{BB962C8B-B14F-4D97-AF65-F5344CB8AC3E}">
        <p14:creationId xmlns:p14="http://schemas.microsoft.com/office/powerpoint/2010/main" val="105571005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Shape 9"/>
        <p:cNvGrpSpPr/>
        <p:nvPr/>
      </p:nvGrpSpPr>
      <p:grpSpPr>
        <a:xfrm>
          <a:off x="0" y="0"/>
          <a:ext cx="0" cy="0"/>
          <a:chOff x="0" y="0"/>
          <a:chExt cx="0" cy="0"/>
        </a:xfrm>
      </p:grpSpPr>
      <p:grpSp>
        <p:nvGrpSpPr>
          <p:cNvPr id="10" name="Shape 10"/>
          <p:cNvGrpSpPr/>
          <p:nvPr/>
        </p:nvGrpSpPr>
        <p:grpSpPr>
          <a:xfrm>
            <a:off x="1168933" y="1066801"/>
            <a:ext cx="20713618" cy="11520491"/>
            <a:chOff x="0" y="0"/>
            <a:chExt cx="20704174" cy="11520489"/>
          </a:xfrm>
        </p:grpSpPr>
        <p:sp>
          <p:nvSpPr>
            <p:cNvPr id="11" name="Shape 11"/>
            <p:cNvSpPr/>
            <p:nvPr/>
          </p:nvSpPr>
          <p:spPr>
            <a:xfrm>
              <a:off x="0" y="12700"/>
              <a:ext cx="41276" cy="1331914"/>
            </a:xfrm>
            <a:custGeom>
              <a:avLst/>
              <a:gdLst/>
              <a:ahLst/>
              <a:cxnLst/>
              <a:rect l="0" t="0" r="0" b="0"/>
              <a:pathLst>
                <a:path w="21600" h="21600" extrusionOk="0">
                  <a:moveTo>
                    <a:pt x="0" y="0"/>
                  </a:moveTo>
                  <a:lnTo>
                    <a:pt x="21600" y="0"/>
                  </a:lnTo>
                  <a:lnTo>
                    <a:pt x="21600" y="21600"/>
                  </a:lnTo>
                  <a:lnTo>
                    <a:pt x="0" y="21600"/>
                  </a:lnTo>
                  <a:cubicBezTo>
                    <a:pt x="0" y="21600"/>
                    <a:pt x="0" y="0"/>
                    <a:pt x="0" y="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2" name="Shape 12"/>
            <p:cNvSpPr/>
            <p:nvPr/>
          </p:nvSpPr>
          <p:spPr>
            <a:xfrm>
              <a:off x="762000" y="4953000"/>
              <a:ext cx="41276" cy="6313489"/>
            </a:xfrm>
            <a:custGeom>
              <a:avLst/>
              <a:gdLst/>
              <a:ahLst/>
              <a:cxnLst/>
              <a:rect l="0" t="0" r="0" b="0"/>
              <a:pathLst>
                <a:path w="21600" h="21600" extrusionOk="0">
                  <a:moveTo>
                    <a:pt x="0" y="0"/>
                  </a:moveTo>
                  <a:lnTo>
                    <a:pt x="21600" y="0"/>
                  </a:lnTo>
                  <a:lnTo>
                    <a:pt x="21600" y="21600"/>
                  </a:lnTo>
                  <a:lnTo>
                    <a:pt x="0" y="21600"/>
                  </a:lnTo>
                  <a:cubicBezTo>
                    <a:pt x="0" y="21600"/>
                    <a:pt x="0" y="0"/>
                    <a:pt x="0" y="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3" name="Shape 13"/>
            <p:cNvSpPr/>
            <p:nvPr/>
          </p:nvSpPr>
          <p:spPr>
            <a:xfrm>
              <a:off x="4076700" y="0"/>
              <a:ext cx="41276" cy="1331914"/>
            </a:xfrm>
            <a:custGeom>
              <a:avLst/>
              <a:gdLst/>
              <a:ahLst/>
              <a:cxnLst/>
              <a:rect l="0" t="0" r="0" b="0"/>
              <a:pathLst>
                <a:path w="21600" h="21600" extrusionOk="0">
                  <a:moveTo>
                    <a:pt x="0" y="0"/>
                  </a:moveTo>
                  <a:lnTo>
                    <a:pt x="21600" y="0"/>
                  </a:lnTo>
                  <a:lnTo>
                    <a:pt x="21600" y="21600"/>
                  </a:lnTo>
                  <a:lnTo>
                    <a:pt x="0" y="21600"/>
                  </a:lnTo>
                  <a:cubicBezTo>
                    <a:pt x="0" y="21600"/>
                    <a:pt x="0" y="0"/>
                    <a:pt x="0" y="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4" name="Shape 14"/>
            <p:cNvSpPr/>
            <p:nvPr/>
          </p:nvSpPr>
          <p:spPr>
            <a:xfrm>
              <a:off x="4051300" y="4953000"/>
              <a:ext cx="41276" cy="6313489"/>
            </a:xfrm>
            <a:custGeom>
              <a:avLst/>
              <a:gdLst/>
              <a:ahLst/>
              <a:cxnLst/>
              <a:rect l="0" t="0" r="0" b="0"/>
              <a:pathLst>
                <a:path w="21600" h="21600" extrusionOk="0">
                  <a:moveTo>
                    <a:pt x="0" y="0"/>
                  </a:moveTo>
                  <a:lnTo>
                    <a:pt x="21600" y="0"/>
                  </a:lnTo>
                  <a:lnTo>
                    <a:pt x="21600" y="21600"/>
                  </a:lnTo>
                  <a:lnTo>
                    <a:pt x="0" y="21600"/>
                  </a:lnTo>
                  <a:cubicBezTo>
                    <a:pt x="0" y="21600"/>
                    <a:pt x="0" y="0"/>
                    <a:pt x="0" y="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5" name="Shape 15"/>
            <p:cNvSpPr/>
            <p:nvPr/>
          </p:nvSpPr>
          <p:spPr>
            <a:xfrm>
              <a:off x="8915400" y="0"/>
              <a:ext cx="41275" cy="1331914"/>
            </a:xfrm>
            <a:custGeom>
              <a:avLst/>
              <a:gdLst/>
              <a:ahLst/>
              <a:cxnLst/>
              <a:rect l="0" t="0" r="0" b="0"/>
              <a:pathLst>
                <a:path w="21600" h="21600" extrusionOk="0">
                  <a:moveTo>
                    <a:pt x="0" y="0"/>
                  </a:moveTo>
                  <a:lnTo>
                    <a:pt x="21600" y="0"/>
                  </a:lnTo>
                  <a:lnTo>
                    <a:pt x="21600" y="21600"/>
                  </a:lnTo>
                  <a:lnTo>
                    <a:pt x="0" y="21600"/>
                  </a:lnTo>
                  <a:cubicBezTo>
                    <a:pt x="0" y="21600"/>
                    <a:pt x="0" y="0"/>
                    <a:pt x="0" y="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6" name="Shape 16"/>
            <p:cNvSpPr/>
            <p:nvPr/>
          </p:nvSpPr>
          <p:spPr>
            <a:xfrm>
              <a:off x="8153400" y="5207000"/>
              <a:ext cx="41275" cy="6313489"/>
            </a:xfrm>
            <a:custGeom>
              <a:avLst/>
              <a:gdLst/>
              <a:ahLst/>
              <a:cxnLst/>
              <a:rect l="0" t="0" r="0" b="0"/>
              <a:pathLst>
                <a:path w="21600" h="21600" extrusionOk="0">
                  <a:moveTo>
                    <a:pt x="0" y="0"/>
                  </a:moveTo>
                  <a:lnTo>
                    <a:pt x="21600" y="0"/>
                  </a:lnTo>
                  <a:lnTo>
                    <a:pt x="21600" y="21600"/>
                  </a:lnTo>
                  <a:lnTo>
                    <a:pt x="0" y="21600"/>
                  </a:lnTo>
                  <a:cubicBezTo>
                    <a:pt x="0" y="21600"/>
                    <a:pt x="0" y="0"/>
                    <a:pt x="0" y="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7" name="Shape 17"/>
            <p:cNvSpPr/>
            <p:nvPr/>
          </p:nvSpPr>
          <p:spPr>
            <a:xfrm>
              <a:off x="16891000" y="0"/>
              <a:ext cx="41275" cy="1331914"/>
            </a:xfrm>
            <a:custGeom>
              <a:avLst/>
              <a:gdLst/>
              <a:ahLst/>
              <a:cxnLst/>
              <a:rect l="0" t="0" r="0" b="0"/>
              <a:pathLst>
                <a:path w="21600" h="21600" extrusionOk="0">
                  <a:moveTo>
                    <a:pt x="0" y="0"/>
                  </a:moveTo>
                  <a:lnTo>
                    <a:pt x="21600" y="0"/>
                  </a:lnTo>
                  <a:lnTo>
                    <a:pt x="21600" y="21600"/>
                  </a:lnTo>
                  <a:lnTo>
                    <a:pt x="0" y="21600"/>
                  </a:lnTo>
                  <a:cubicBezTo>
                    <a:pt x="0" y="21600"/>
                    <a:pt x="0" y="0"/>
                    <a:pt x="0" y="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8" name="Shape 18"/>
            <p:cNvSpPr/>
            <p:nvPr/>
          </p:nvSpPr>
          <p:spPr>
            <a:xfrm>
              <a:off x="12204700" y="4953000"/>
              <a:ext cx="41275" cy="6313489"/>
            </a:xfrm>
            <a:custGeom>
              <a:avLst/>
              <a:gdLst/>
              <a:ahLst/>
              <a:cxnLst/>
              <a:rect l="0" t="0" r="0" b="0"/>
              <a:pathLst>
                <a:path w="21600" h="21600" extrusionOk="0">
                  <a:moveTo>
                    <a:pt x="0" y="0"/>
                  </a:moveTo>
                  <a:lnTo>
                    <a:pt x="21600" y="0"/>
                  </a:lnTo>
                  <a:lnTo>
                    <a:pt x="21600" y="21600"/>
                  </a:lnTo>
                  <a:lnTo>
                    <a:pt x="0" y="21600"/>
                  </a:lnTo>
                  <a:cubicBezTo>
                    <a:pt x="0" y="21600"/>
                    <a:pt x="0" y="0"/>
                    <a:pt x="0" y="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19" name="Shape 19"/>
            <p:cNvSpPr/>
            <p:nvPr/>
          </p:nvSpPr>
          <p:spPr>
            <a:xfrm>
              <a:off x="16344900" y="557213"/>
              <a:ext cx="41275" cy="1333501"/>
            </a:xfrm>
            <a:custGeom>
              <a:avLst/>
              <a:gdLst/>
              <a:ahLst/>
              <a:cxnLst/>
              <a:rect l="0" t="0" r="0" b="0"/>
              <a:pathLst>
                <a:path w="21600" h="21600" extrusionOk="0">
                  <a:moveTo>
                    <a:pt x="0" y="0"/>
                  </a:moveTo>
                  <a:lnTo>
                    <a:pt x="21600" y="0"/>
                  </a:lnTo>
                  <a:lnTo>
                    <a:pt x="21600" y="21600"/>
                  </a:lnTo>
                  <a:lnTo>
                    <a:pt x="0" y="21600"/>
                  </a:lnTo>
                  <a:cubicBezTo>
                    <a:pt x="0" y="21600"/>
                    <a:pt x="0" y="0"/>
                    <a:pt x="0" y="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20" name="Shape 20"/>
            <p:cNvSpPr/>
            <p:nvPr/>
          </p:nvSpPr>
          <p:spPr>
            <a:xfrm>
              <a:off x="20662898" y="25400"/>
              <a:ext cx="41276" cy="1331914"/>
            </a:xfrm>
            <a:custGeom>
              <a:avLst/>
              <a:gdLst/>
              <a:ahLst/>
              <a:cxnLst/>
              <a:rect l="0" t="0" r="0" b="0"/>
              <a:pathLst>
                <a:path w="21600" h="21600" extrusionOk="0">
                  <a:moveTo>
                    <a:pt x="0" y="0"/>
                  </a:moveTo>
                  <a:lnTo>
                    <a:pt x="21600" y="0"/>
                  </a:lnTo>
                  <a:lnTo>
                    <a:pt x="21600" y="21600"/>
                  </a:lnTo>
                  <a:lnTo>
                    <a:pt x="0" y="21600"/>
                  </a:lnTo>
                  <a:cubicBezTo>
                    <a:pt x="0" y="21600"/>
                    <a:pt x="0" y="0"/>
                    <a:pt x="0" y="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sp>
          <p:nvSpPr>
            <p:cNvPr id="21" name="Shape 21"/>
            <p:cNvSpPr/>
            <p:nvPr/>
          </p:nvSpPr>
          <p:spPr>
            <a:xfrm>
              <a:off x="20510498" y="4953000"/>
              <a:ext cx="41276" cy="6313489"/>
            </a:xfrm>
            <a:custGeom>
              <a:avLst/>
              <a:gdLst/>
              <a:ahLst/>
              <a:cxnLst/>
              <a:rect l="0" t="0" r="0" b="0"/>
              <a:pathLst>
                <a:path w="21600" h="21600" extrusionOk="0">
                  <a:moveTo>
                    <a:pt x="0" y="0"/>
                  </a:moveTo>
                  <a:lnTo>
                    <a:pt x="21600" y="0"/>
                  </a:lnTo>
                  <a:lnTo>
                    <a:pt x="21600" y="21600"/>
                  </a:lnTo>
                  <a:lnTo>
                    <a:pt x="0" y="21600"/>
                  </a:lnTo>
                  <a:cubicBezTo>
                    <a:pt x="0" y="21600"/>
                    <a:pt x="0" y="0"/>
                    <a:pt x="0" y="0"/>
                  </a:cubicBezTo>
                  <a:close/>
                </a:path>
              </a:pathLst>
            </a:custGeom>
            <a:solidFill>
              <a:srgbClr val="FEFEFE"/>
            </a:solidFill>
            <a:ln>
              <a:noFill/>
            </a:ln>
          </p:spPr>
          <p:txBody>
            <a:bodyPr spcFirstLastPara="1" wrap="square" lIns="45700" tIns="45700" rIns="45700" bIns="45700" anchor="t" anchorCtr="0">
              <a:noAutofit/>
            </a:bodyPr>
            <a:lstStyle/>
            <a:p>
              <a:pPr marL="0" marR="0" lvl="0" indent="0" algn="l" rtl="0">
                <a:spcBef>
                  <a:spcPts val="0"/>
                </a:spcBef>
                <a:spcAft>
                  <a:spcPts val="0"/>
                </a:spcAft>
                <a:buNone/>
              </a:pPr>
              <a:endParaRPr sz="3600">
                <a:solidFill>
                  <a:schemeClr val="dk1"/>
                </a:solidFill>
                <a:latin typeface="Helvetica Neue"/>
                <a:ea typeface="Helvetica Neue"/>
                <a:cs typeface="Helvetica Neue"/>
                <a:sym typeface="Helvetica Neue"/>
              </a:endParaRPr>
            </a:p>
          </p:txBody>
        </p:sp>
      </p:grpSp>
      <p:sp>
        <p:nvSpPr>
          <p:cNvPr id="22" name="Shape 22"/>
          <p:cNvSpPr txBox="1">
            <a:spLocks noGrp="1"/>
          </p:cNvSpPr>
          <p:nvPr>
            <p:ph type="title"/>
          </p:nvPr>
        </p:nvSpPr>
        <p:spPr>
          <a:xfrm>
            <a:off x="4074958" y="3373440"/>
            <a:ext cx="15632336" cy="4775201"/>
          </a:xfrm>
          <a:prstGeom prst="rect">
            <a:avLst/>
          </a:prstGeom>
          <a:noFill/>
          <a:ln>
            <a:noFill/>
          </a:ln>
        </p:spPr>
        <p:txBody>
          <a:bodyPr spcFirstLastPara="1" wrap="square" lIns="91425" tIns="91425" rIns="91425" bIns="91425" anchor="t" anchorCtr="0"/>
          <a:lstStyle>
            <a:lvl1pPr marR="0" lvl="0" algn="l" rtl="0">
              <a:lnSpc>
                <a:spcPct val="104000"/>
              </a:lnSpc>
              <a:spcBef>
                <a:spcPts val="0"/>
              </a:spcBef>
              <a:spcAft>
                <a:spcPts val="0"/>
              </a:spcAft>
              <a:buClr>
                <a:srgbClr val="FEFEFE"/>
              </a:buClr>
              <a:buSzPts val="10000"/>
              <a:buFont typeface="Arial"/>
              <a:buNone/>
              <a:defRPr sz="10000" b="0" i="0" u="none" strike="noStrike" cap="none">
                <a:solidFill>
                  <a:srgbClr val="FEFEFE"/>
                </a:solidFill>
                <a:latin typeface="Arial"/>
                <a:ea typeface="Arial"/>
                <a:cs typeface="Arial"/>
                <a:sym typeface="Arial"/>
              </a:defRPr>
            </a:lvl1pPr>
            <a:lvl2pPr marR="0" lvl="1" algn="l" rtl="0">
              <a:lnSpc>
                <a:spcPct val="104000"/>
              </a:lnSpc>
              <a:spcBef>
                <a:spcPts val="0"/>
              </a:spcBef>
              <a:spcAft>
                <a:spcPts val="0"/>
              </a:spcAft>
              <a:buClr>
                <a:srgbClr val="FEFEFE"/>
              </a:buClr>
              <a:buSzPts val="10000"/>
              <a:buFont typeface="Arial"/>
              <a:buNone/>
              <a:defRPr sz="10000" b="0" i="0" u="none" strike="noStrike" cap="none">
                <a:solidFill>
                  <a:srgbClr val="FEFEFE"/>
                </a:solidFill>
                <a:latin typeface="Arial"/>
                <a:ea typeface="Arial"/>
                <a:cs typeface="Arial"/>
                <a:sym typeface="Arial"/>
              </a:defRPr>
            </a:lvl2pPr>
            <a:lvl3pPr marR="0" lvl="2" algn="l" rtl="0">
              <a:lnSpc>
                <a:spcPct val="104000"/>
              </a:lnSpc>
              <a:spcBef>
                <a:spcPts val="0"/>
              </a:spcBef>
              <a:spcAft>
                <a:spcPts val="0"/>
              </a:spcAft>
              <a:buClr>
                <a:srgbClr val="FEFEFE"/>
              </a:buClr>
              <a:buSzPts val="10000"/>
              <a:buFont typeface="Arial"/>
              <a:buNone/>
              <a:defRPr sz="10000" b="0" i="0" u="none" strike="noStrike" cap="none">
                <a:solidFill>
                  <a:srgbClr val="FEFEFE"/>
                </a:solidFill>
                <a:latin typeface="Arial"/>
                <a:ea typeface="Arial"/>
                <a:cs typeface="Arial"/>
                <a:sym typeface="Arial"/>
              </a:defRPr>
            </a:lvl3pPr>
            <a:lvl4pPr marR="0" lvl="3" algn="l" rtl="0">
              <a:lnSpc>
                <a:spcPct val="104000"/>
              </a:lnSpc>
              <a:spcBef>
                <a:spcPts val="0"/>
              </a:spcBef>
              <a:spcAft>
                <a:spcPts val="0"/>
              </a:spcAft>
              <a:buClr>
                <a:srgbClr val="FEFEFE"/>
              </a:buClr>
              <a:buSzPts val="10000"/>
              <a:buFont typeface="Arial"/>
              <a:buNone/>
              <a:defRPr sz="10000" b="0" i="0" u="none" strike="noStrike" cap="none">
                <a:solidFill>
                  <a:srgbClr val="FEFEFE"/>
                </a:solidFill>
                <a:latin typeface="Arial"/>
                <a:ea typeface="Arial"/>
                <a:cs typeface="Arial"/>
                <a:sym typeface="Arial"/>
              </a:defRPr>
            </a:lvl4pPr>
            <a:lvl5pPr marR="0" lvl="4" algn="l" rtl="0">
              <a:lnSpc>
                <a:spcPct val="104000"/>
              </a:lnSpc>
              <a:spcBef>
                <a:spcPts val="0"/>
              </a:spcBef>
              <a:spcAft>
                <a:spcPts val="0"/>
              </a:spcAft>
              <a:buClr>
                <a:srgbClr val="FEFEFE"/>
              </a:buClr>
              <a:buSzPts val="10000"/>
              <a:buFont typeface="Arial"/>
              <a:buNone/>
              <a:defRPr sz="10000" b="0" i="0" u="none" strike="noStrike" cap="none">
                <a:solidFill>
                  <a:srgbClr val="FEFEFE"/>
                </a:solidFill>
                <a:latin typeface="Arial"/>
                <a:ea typeface="Arial"/>
                <a:cs typeface="Arial"/>
                <a:sym typeface="Arial"/>
              </a:defRPr>
            </a:lvl5pPr>
            <a:lvl6pPr marR="0" lvl="5" algn="l" rtl="0">
              <a:lnSpc>
                <a:spcPct val="104000"/>
              </a:lnSpc>
              <a:spcBef>
                <a:spcPts val="0"/>
              </a:spcBef>
              <a:spcAft>
                <a:spcPts val="0"/>
              </a:spcAft>
              <a:buClr>
                <a:srgbClr val="FEFEFE"/>
              </a:buClr>
              <a:buSzPts val="10000"/>
              <a:buFont typeface="Arial"/>
              <a:buNone/>
              <a:defRPr sz="10000" b="0" i="0" u="none" strike="noStrike" cap="none">
                <a:solidFill>
                  <a:srgbClr val="FEFEFE"/>
                </a:solidFill>
                <a:latin typeface="Arial"/>
                <a:ea typeface="Arial"/>
                <a:cs typeface="Arial"/>
                <a:sym typeface="Arial"/>
              </a:defRPr>
            </a:lvl6pPr>
            <a:lvl7pPr marR="0" lvl="6" algn="l" rtl="0">
              <a:lnSpc>
                <a:spcPct val="104000"/>
              </a:lnSpc>
              <a:spcBef>
                <a:spcPts val="0"/>
              </a:spcBef>
              <a:spcAft>
                <a:spcPts val="0"/>
              </a:spcAft>
              <a:buClr>
                <a:srgbClr val="FEFEFE"/>
              </a:buClr>
              <a:buSzPts val="10000"/>
              <a:buFont typeface="Arial"/>
              <a:buNone/>
              <a:defRPr sz="10000" b="0" i="0" u="none" strike="noStrike" cap="none">
                <a:solidFill>
                  <a:srgbClr val="FEFEFE"/>
                </a:solidFill>
                <a:latin typeface="Arial"/>
                <a:ea typeface="Arial"/>
                <a:cs typeface="Arial"/>
                <a:sym typeface="Arial"/>
              </a:defRPr>
            </a:lvl7pPr>
            <a:lvl8pPr marR="0" lvl="7" algn="l" rtl="0">
              <a:lnSpc>
                <a:spcPct val="104000"/>
              </a:lnSpc>
              <a:spcBef>
                <a:spcPts val="0"/>
              </a:spcBef>
              <a:spcAft>
                <a:spcPts val="0"/>
              </a:spcAft>
              <a:buClr>
                <a:srgbClr val="FEFEFE"/>
              </a:buClr>
              <a:buSzPts val="10000"/>
              <a:buFont typeface="Arial"/>
              <a:buNone/>
              <a:defRPr sz="10000" b="0" i="0" u="none" strike="noStrike" cap="none">
                <a:solidFill>
                  <a:srgbClr val="FEFEFE"/>
                </a:solidFill>
                <a:latin typeface="Arial"/>
                <a:ea typeface="Arial"/>
                <a:cs typeface="Arial"/>
                <a:sym typeface="Arial"/>
              </a:defRPr>
            </a:lvl8pPr>
            <a:lvl9pPr marR="0" lvl="8" algn="l" rtl="0">
              <a:lnSpc>
                <a:spcPct val="104000"/>
              </a:lnSpc>
              <a:spcBef>
                <a:spcPts val="0"/>
              </a:spcBef>
              <a:spcAft>
                <a:spcPts val="0"/>
              </a:spcAft>
              <a:buClr>
                <a:srgbClr val="FEFEFE"/>
              </a:buClr>
              <a:buSzPts val="10000"/>
              <a:buFont typeface="Arial"/>
              <a:buNone/>
              <a:defRPr sz="10000" b="0" i="0" u="none" strike="noStrike" cap="none">
                <a:solidFill>
                  <a:srgbClr val="FEFEFE"/>
                </a:solidFill>
                <a:latin typeface="Arial"/>
                <a:ea typeface="Arial"/>
                <a:cs typeface="Arial"/>
                <a:sym typeface="Arial"/>
              </a:defRPr>
            </a:lvl9pPr>
          </a:lstStyle>
          <a:p>
            <a:endParaRPr/>
          </a:p>
        </p:txBody>
      </p:sp>
      <p:sp>
        <p:nvSpPr>
          <p:cNvPr id="23" name="Shape 23"/>
          <p:cNvSpPr txBox="1"/>
          <p:nvPr/>
        </p:nvSpPr>
        <p:spPr>
          <a:xfrm>
            <a:off x="21363666" y="744071"/>
            <a:ext cx="2343808" cy="215444"/>
          </a:xfrm>
          <a:prstGeom prst="rect">
            <a:avLst/>
          </a:prstGeom>
          <a:noFill/>
          <a:ln>
            <a:noFill/>
          </a:ln>
        </p:spPr>
        <p:txBody>
          <a:bodyPr spcFirstLastPara="1" wrap="square" lIns="0" tIns="0" rIns="0" bIns="0" anchor="t" anchorCtr="0">
            <a:noAutofit/>
          </a:bodyPr>
          <a:lstStyle/>
          <a:p>
            <a:pPr marL="0" marR="0" lvl="0" indent="0" algn="r" rtl="0">
              <a:spcBef>
                <a:spcPts val="0"/>
              </a:spcBef>
              <a:spcAft>
                <a:spcPts val="0"/>
              </a:spcAft>
              <a:buNone/>
            </a:pPr>
            <a:r>
              <a:rPr lang="en-AU" sz="1400" b="0" u="none">
                <a:solidFill>
                  <a:srgbClr val="FEFEFE"/>
                </a:solidFill>
                <a:latin typeface="Helvetica Neue"/>
                <a:ea typeface="Helvetica Neue"/>
                <a:cs typeface="Helvetica Neue"/>
                <a:sym typeface="Helvetica Neue"/>
              </a:rPr>
              <a:t>‹#›</a:t>
            </a:r>
            <a:endParaRPr/>
          </a:p>
        </p:txBody>
      </p:sp>
      <p:sp>
        <p:nvSpPr>
          <p:cNvPr id="24" name="Shape 24"/>
          <p:cNvSpPr txBox="1">
            <a:spLocks noGrp="1"/>
          </p:cNvSpPr>
          <p:nvPr>
            <p:ph type="body" idx="1"/>
          </p:nvPr>
        </p:nvSpPr>
        <p:spPr>
          <a:xfrm>
            <a:off x="1219120" y="3200401"/>
            <a:ext cx="21944173" cy="9051925"/>
          </a:xfrm>
          <a:prstGeom prst="rect">
            <a:avLst/>
          </a:prstGeom>
          <a:noFill/>
          <a:ln>
            <a:noFill/>
          </a:ln>
        </p:spPr>
        <p:txBody>
          <a:bodyPr spcFirstLastPara="1" wrap="square" lIns="91425" tIns="91425" rIns="91425" bIns="91425" anchor="t" anchorCtr="0"/>
          <a:lstStyle>
            <a:lvl1pPr marL="457200" marR="0" lvl="0" indent="-584200" algn="l" rtl="0">
              <a:lnSpc>
                <a:spcPct val="90000"/>
              </a:lnSpc>
              <a:spcBef>
                <a:spcPts val="2000"/>
              </a:spcBef>
              <a:spcAft>
                <a:spcPts val="0"/>
              </a:spcAft>
              <a:buClr>
                <a:srgbClr val="000000"/>
              </a:buClr>
              <a:buSzPts val="5600"/>
              <a:buFont typeface="Arial"/>
              <a:buChar char="•"/>
              <a:defRPr sz="5600" b="0" i="0" u="none" strike="noStrike" cap="none">
                <a:solidFill>
                  <a:srgbClr val="000000"/>
                </a:solidFill>
                <a:latin typeface="Arial"/>
                <a:ea typeface="Arial"/>
                <a:cs typeface="Arial"/>
                <a:sym typeface="Arial"/>
              </a:defRPr>
            </a:lvl1pPr>
            <a:lvl2pPr marL="914400" marR="0" lvl="1" indent="-584200" algn="l" rtl="0">
              <a:lnSpc>
                <a:spcPct val="90000"/>
              </a:lnSpc>
              <a:spcBef>
                <a:spcPts val="2000"/>
              </a:spcBef>
              <a:spcAft>
                <a:spcPts val="0"/>
              </a:spcAft>
              <a:buClr>
                <a:srgbClr val="000000"/>
              </a:buClr>
              <a:buSzPts val="5600"/>
              <a:buFont typeface="Arial"/>
              <a:buChar char="•"/>
              <a:defRPr sz="5600" b="0" i="0" u="none" strike="noStrike" cap="none">
                <a:solidFill>
                  <a:srgbClr val="000000"/>
                </a:solidFill>
                <a:latin typeface="Arial"/>
                <a:ea typeface="Arial"/>
                <a:cs typeface="Arial"/>
                <a:sym typeface="Arial"/>
              </a:defRPr>
            </a:lvl2pPr>
            <a:lvl3pPr marL="1371600" marR="0" lvl="2" indent="-584200" algn="l" rtl="0">
              <a:lnSpc>
                <a:spcPct val="90000"/>
              </a:lnSpc>
              <a:spcBef>
                <a:spcPts val="2000"/>
              </a:spcBef>
              <a:spcAft>
                <a:spcPts val="0"/>
              </a:spcAft>
              <a:buClr>
                <a:srgbClr val="000000"/>
              </a:buClr>
              <a:buSzPts val="5600"/>
              <a:buFont typeface="Arial"/>
              <a:buChar char="•"/>
              <a:defRPr sz="5600" b="0" i="0" u="none" strike="noStrike" cap="none">
                <a:solidFill>
                  <a:srgbClr val="000000"/>
                </a:solidFill>
                <a:latin typeface="Arial"/>
                <a:ea typeface="Arial"/>
                <a:cs typeface="Arial"/>
                <a:sym typeface="Arial"/>
              </a:defRPr>
            </a:lvl3pPr>
            <a:lvl4pPr marL="1828800" marR="0" lvl="3" indent="-584200" algn="l" rtl="0">
              <a:lnSpc>
                <a:spcPct val="90000"/>
              </a:lnSpc>
              <a:spcBef>
                <a:spcPts val="2000"/>
              </a:spcBef>
              <a:spcAft>
                <a:spcPts val="0"/>
              </a:spcAft>
              <a:buClr>
                <a:srgbClr val="000000"/>
              </a:buClr>
              <a:buSzPts val="5600"/>
              <a:buFont typeface="Arial"/>
              <a:buChar char="•"/>
              <a:defRPr sz="5600" b="0" i="0" u="none" strike="noStrike" cap="none">
                <a:solidFill>
                  <a:srgbClr val="000000"/>
                </a:solidFill>
                <a:latin typeface="Arial"/>
                <a:ea typeface="Arial"/>
                <a:cs typeface="Arial"/>
                <a:sym typeface="Arial"/>
              </a:defRPr>
            </a:lvl4pPr>
            <a:lvl5pPr marL="2286000" marR="0" lvl="4" indent="-584200" algn="l" rtl="0">
              <a:lnSpc>
                <a:spcPct val="90000"/>
              </a:lnSpc>
              <a:spcBef>
                <a:spcPts val="2000"/>
              </a:spcBef>
              <a:spcAft>
                <a:spcPts val="0"/>
              </a:spcAft>
              <a:buClr>
                <a:srgbClr val="000000"/>
              </a:buClr>
              <a:buSzPts val="5600"/>
              <a:buFont typeface="Arial"/>
              <a:buChar char="•"/>
              <a:defRPr sz="5600" b="0" i="0" u="none" strike="noStrike" cap="none">
                <a:solidFill>
                  <a:srgbClr val="000000"/>
                </a:solidFill>
                <a:latin typeface="Arial"/>
                <a:ea typeface="Arial"/>
                <a:cs typeface="Arial"/>
                <a:sym typeface="Arial"/>
              </a:defRPr>
            </a:lvl5pPr>
            <a:lvl6pPr marL="2743200" marR="0" lvl="5" indent="-584200" algn="l" rtl="0">
              <a:lnSpc>
                <a:spcPct val="90000"/>
              </a:lnSpc>
              <a:spcBef>
                <a:spcPts val="2000"/>
              </a:spcBef>
              <a:spcAft>
                <a:spcPts val="0"/>
              </a:spcAft>
              <a:buClr>
                <a:srgbClr val="000000"/>
              </a:buClr>
              <a:buSzPts val="5600"/>
              <a:buFont typeface="Arial"/>
              <a:buChar char="•"/>
              <a:defRPr sz="5600" b="0" i="0" u="none" strike="noStrike" cap="none">
                <a:solidFill>
                  <a:srgbClr val="000000"/>
                </a:solidFill>
                <a:latin typeface="Arial"/>
                <a:ea typeface="Arial"/>
                <a:cs typeface="Arial"/>
                <a:sym typeface="Arial"/>
              </a:defRPr>
            </a:lvl6pPr>
            <a:lvl7pPr marL="3200400" marR="0" lvl="6" indent="-584200" algn="l" rtl="0">
              <a:lnSpc>
                <a:spcPct val="90000"/>
              </a:lnSpc>
              <a:spcBef>
                <a:spcPts val="2000"/>
              </a:spcBef>
              <a:spcAft>
                <a:spcPts val="0"/>
              </a:spcAft>
              <a:buClr>
                <a:srgbClr val="000000"/>
              </a:buClr>
              <a:buSzPts val="5600"/>
              <a:buFont typeface="Arial"/>
              <a:buChar char="•"/>
              <a:defRPr sz="5600" b="0" i="0" u="none" strike="noStrike" cap="none">
                <a:solidFill>
                  <a:srgbClr val="000000"/>
                </a:solidFill>
                <a:latin typeface="Arial"/>
                <a:ea typeface="Arial"/>
                <a:cs typeface="Arial"/>
                <a:sym typeface="Arial"/>
              </a:defRPr>
            </a:lvl7pPr>
            <a:lvl8pPr marL="3657600" marR="0" lvl="7" indent="-584200" algn="l" rtl="0">
              <a:lnSpc>
                <a:spcPct val="90000"/>
              </a:lnSpc>
              <a:spcBef>
                <a:spcPts val="2000"/>
              </a:spcBef>
              <a:spcAft>
                <a:spcPts val="0"/>
              </a:spcAft>
              <a:buClr>
                <a:srgbClr val="000000"/>
              </a:buClr>
              <a:buSzPts val="5600"/>
              <a:buFont typeface="Arial"/>
              <a:buChar char="•"/>
              <a:defRPr sz="5600" b="0" i="0" u="none" strike="noStrike" cap="none">
                <a:solidFill>
                  <a:srgbClr val="000000"/>
                </a:solidFill>
                <a:latin typeface="Arial"/>
                <a:ea typeface="Arial"/>
                <a:cs typeface="Arial"/>
                <a:sym typeface="Arial"/>
              </a:defRPr>
            </a:lvl8pPr>
            <a:lvl9pPr marL="4114800" marR="0" lvl="8" indent="-584200" algn="l" rtl="0">
              <a:lnSpc>
                <a:spcPct val="90000"/>
              </a:lnSpc>
              <a:spcBef>
                <a:spcPts val="2000"/>
              </a:spcBef>
              <a:spcAft>
                <a:spcPts val="0"/>
              </a:spcAft>
              <a:buClr>
                <a:srgbClr val="000000"/>
              </a:buClr>
              <a:buSzPts val="5600"/>
              <a:buFont typeface="Arial"/>
              <a:buChar char="•"/>
              <a:defRPr sz="5600" b="0" i="0" u="none" strike="noStrike" cap="none">
                <a:solidFill>
                  <a:srgbClr val="000000"/>
                </a:solidFill>
                <a:latin typeface="Arial"/>
                <a:ea typeface="Arial"/>
                <a:cs typeface="Arial"/>
                <a:sym typeface="Arial"/>
              </a:defRPr>
            </a:lvl9pPr>
          </a:lstStyle>
          <a:p>
            <a:endParaRPr/>
          </a:p>
        </p:txBody>
      </p:sp>
      <p:sp>
        <p:nvSpPr>
          <p:cNvPr id="25" name="Shape 25"/>
          <p:cNvSpPr txBox="1">
            <a:spLocks noGrp="1"/>
          </p:cNvSpPr>
          <p:nvPr>
            <p:ph type="sldNum" idx="12"/>
          </p:nvPr>
        </p:nvSpPr>
        <p:spPr>
          <a:xfrm>
            <a:off x="17474063" y="12481869"/>
            <a:ext cx="5689230" cy="461665"/>
          </a:xfrm>
          <a:prstGeom prst="rect">
            <a:avLst/>
          </a:prstGeom>
          <a:noFill/>
          <a:ln>
            <a:noFill/>
          </a:ln>
        </p:spPr>
        <p:txBody>
          <a:bodyPr spcFirstLastPara="1" wrap="square" lIns="45700" tIns="45700" rIns="45700" bIns="45700" anchor="ctr" anchorCtr="0">
            <a:noAutofit/>
          </a:bodyPr>
          <a:lstStyle>
            <a:lvl1pPr marL="0" marR="0" lvl="0" indent="0" algn="r" rtl="0">
              <a:spcBef>
                <a:spcPts val="0"/>
              </a:spcBef>
              <a:buNone/>
              <a:defRPr sz="2400">
                <a:solidFill>
                  <a:srgbClr val="888888"/>
                </a:solidFill>
                <a:latin typeface="Helvetica Neue"/>
                <a:ea typeface="Helvetica Neue"/>
                <a:cs typeface="Helvetica Neue"/>
                <a:sym typeface="Helvetica Neue"/>
              </a:defRPr>
            </a:lvl1pPr>
            <a:lvl2pPr marL="0" marR="0" lvl="1" indent="0" algn="r" rtl="0">
              <a:spcBef>
                <a:spcPts val="0"/>
              </a:spcBef>
              <a:buNone/>
              <a:defRPr sz="2400">
                <a:solidFill>
                  <a:srgbClr val="888888"/>
                </a:solidFill>
                <a:latin typeface="Helvetica Neue"/>
                <a:ea typeface="Helvetica Neue"/>
                <a:cs typeface="Helvetica Neue"/>
                <a:sym typeface="Helvetica Neue"/>
              </a:defRPr>
            </a:lvl2pPr>
            <a:lvl3pPr marL="0" marR="0" lvl="2" indent="0" algn="r" rtl="0">
              <a:spcBef>
                <a:spcPts val="0"/>
              </a:spcBef>
              <a:buNone/>
              <a:defRPr sz="2400">
                <a:solidFill>
                  <a:srgbClr val="888888"/>
                </a:solidFill>
                <a:latin typeface="Helvetica Neue"/>
                <a:ea typeface="Helvetica Neue"/>
                <a:cs typeface="Helvetica Neue"/>
                <a:sym typeface="Helvetica Neue"/>
              </a:defRPr>
            </a:lvl3pPr>
            <a:lvl4pPr marL="0" marR="0" lvl="3" indent="0" algn="r" rtl="0">
              <a:spcBef>
                <a:spcPts val="0"/>
              </a:spcBef>
              <a:buNone/>
              <a:defRPr sz="2400">
                <a:solidFill>
                  <a:srgbClr val="888888"/>
                </a:solidFill>
                <a:latin typeface="Helvetica Neue"/>
                <a:ea typeface="Helvetica Neue"/>
                <a:cs typeface="Helvetica Neue"/>
                <a:sym typeface="Helvetica Neue"/>
              </a:defRPr>
            </a:lvl4pPr>
            <a:lvl5pPr marL="0" marR="0" lvl="4" indent="0" algn="r" rtl="0">
              <a:spcBef>
                <a:spcPts val="0"/>
              </a:spcBef>
              <a:buNone/>
              <a:defRPr sz="2400">
                <a:solidFill>
                  <a:srgbClr val="888888"/>
                </a:solidFill>
                <a:latin typeface="Helvetica Neue"/>
                <a:ea typeface="Helvetica Neue"/>
                <a:cs typeface="Helvetica Neue"/>
                <a:sym typeface="Helvetica Neue"/>
              </a:defRPr>
            </a:lvl5pPr>
            <a:lvl6pPr marL="0" marR="0" lvl="5" indent="0" algn="r" rtl="0">
              <a:spcBef>
                <a:spcPts val="0"/>
              </a:spcBef>
              <a:buNone/>
              <a:defRPr sz="2400">
                <a:solidFill>
                  <a:srgbClr val="888888"/>
                </a:solidFill>
                <a:latin typeface="Helvetica Neue"/>
                <a:ea typeface="Helvetica Neue"/>
                <a:cs typeface="Helvetica Neue"/>
                <a:sym typeface="Helvetica Neue"/>
              </a:defRPr>
            </a:lvl6pPr>
            <a:lvl7pPr marL="0" marR="0" lvl="6" indent="0" algn="r" rtl="0">
              <a:spcBef>
                <a:spcPts val="0"/>
              </a:spcBef>
              <a:buNone/>
              <a:defRPr sz="2400">
                <a:solidFill>
                  <a:srgbClr val="888888"/>
                </a:solidFill>
                <a:latin typeface="Helvetica Neue"/>
                <a:ea typeface="Helvetica Neue"/>
                <a:cs typeface="Helvetica Neue"/>
                <a:sym typeface="Helvetica Neue"/>
              </a:defRPr>
            </a:lvl7pPr>
            <a:lvl8pPr marL="0" marR="0" lvl="7" indent="0" algn="r" rtl="0">
              <a:spcBef>
                <a:spcPts val="0"/>
              </a:spcBef>
              <a:buNone/>
              <a:defRPr sz="2400">
                <a:solidFill>
                  <a:srgbClr val="888888"/>
                </a:solidFill>
                <a:latin typeface="Helvetica Neue"/>
                <a:ea typeface="Helvetica Neue"/>
                <a:cs typeface="Helvetica Neue"/>
                <a:sym typeface="Helvetica Neue"/>
              </a:defRPr>
            </a:lvl8pPr>
            <a:lvl9pPr marL="0" marR="0" lvl="8" indent="0" algn="r" rtl="0">
              <a:spcBef>
                <a:spcPts val="0"/>
              </a:spcBef>
              <a:buNone/>
              <a:defRPr sz="2400">
                <a:solidFill>
                  <a:srgbClr val="888888"/>
                </a:solidFill>
                <a:latin typeface="Helvetica Neue"/>
                <a:ea typeface="Helvetica Neue"/>
                <a:cs typeface="Helvetica Neue"/>
                <a:sym typeface="Helvetica Neue"/>
              </a:defRPr>
            </a:lvl9pPr>
          </a:lstStyle>
          <a:p>
            <a:pPr marL="0" lvl="0" indent="0">
              <a:spcBef>
                <a:spcPts val="0"/>
              </a:spcBef>
              <a:spcAft>
                <a:spcPts val="0"/>
              </a:spcAft>
              <a:buNone/>
            </a:pPr>
            <a:fld id="{00000000-1234-1234-1234-123412341234}" type="slidenum">
              <a:rPr lang="en-AU"/>
              <a:t>‹#›</a:t>
            </a:fld>
            <a:endParaRPr b="0" u="none"/>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5" r:id="rId5"/>
    <p:sldLayoutId id="2147483656" r:id="rId6"/>
    <p:sldLayoutId id="2147483658" r:id="rId7"/>
    <p:sldLayoutId id="2147483659" r:id="rId8"/>
    <p:sldLayoutId id="2147483660" r:id="rId9"/>
    <p:sldLayoutId id="2147483662" r:id="rId10"/>
    <p:sldLayoutId id="2147483663" r:id="rId11"/>
    <p:sldLayoutId id="2147483664" r:id="rId12"/>
    <p:sldLayoutId id="2147483665" r:id="rId13"/>
    <p:sldLayoutId id="2147483666" r:id="rId14"/>
    <p:sldLayoutId id="2147483669" r:id="rId15"/>
    <p:sldLayoutId id="2147483670" r:id="rId16"/>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5.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9407D9BB-6C1C-4825-BE48-07E4834FDAFB}"/>
              </a:ext>
            </a:extLst>
          </p:cNvPr>
          <p:cNvPicPr>
            <a:picLocks noChangeAspect="1"/>
          </p:cNvPicPr>
          <p:nvPr/>
        </p:nvPicPr>
        <p:blipFill rotWithShape="1">
          <a:blip r:embed="rId3"/>
          <a:srcRect l="10143" r="7175"/>
          <a:stretch/>
        </p:blipFill>
        <p:spPr>
          <a:xfrm>
            <a:off x="-1" y="0"/>
            <a:ext cx="24382413" cy="13718512"/>
          </a:xfrm>
          <a:prstGeom prst="rect">
            <a:avLst/>
          </a:prstGeom>
        </p:spPr>
      </p:pic>
    </p:spTree>
    <p:extLst>
      <p:ext uri="{BB962C8B-B14F-4D97-AF65-F5344CB8AC3E}">
        <p14:creationId xmlns:p14="http://schemas.microsoft.com/office/powerpoint/2010/main" val="61467648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48350" y="1755901"/>
            <a:ext cx="15630120" cy="2438022"/>
          </a:xfrm>
        </p:spPr>
        <p:txBody>
          <a:bodyPr/>
          <a:lstStyle/>
          <a:p>
            <a:r>
              <a:rPr lang="en-AU" b="1"/>
              <a:t>Problem Description</a:t>
            </a:r>
            <a:endParaRPr lang="en-AU" b="1">
              <a:highlight>
                <a:srgbClr val="FFFF00"/>
              </a:highlight>
            </a:endParaRPr>
          </a:p>
        </p:txBody>
      </p:sp>
      <p:sp>
        <p:nvSpPr>
          <p:cNvPr id="3" name="TextBox 2">
            <a:extLst>
              <a:ext uri="{FF2B5EF4-FFF2-40B4-BE49-F238E27FC236}">
                <a16:creationId xmlns:a16="http://schemas.microsoft.com/office/drawing/2014/main" id="{E270589A-6706-5144-BCD3-12E2CD443333}"/>
              </a:ext>
            </a:extLst>
          </p:cNvPr>
          <p:cNvSpPr txBox="1"/>
          <p:nvPr/>
        </p:nvSpPr>
        <p:spPr>
          <a:xfrm>
            <a:off x="1594928" y="3732258"/>
            <a:ext cx="21390582" cy="8402300"/>
          </a:xfrm>
          <a:prstGeom prst="rect">
            <a:avLst/>
          </a:prstGeom>
          <a:noFill/>
        </p:spPr>
        <p:txBody>
          <a:bodyPr wrap="square" lIns="91440" tIns="45720" rIns="91440" bIns="45720" rtlCol="0" anchor="t">
            <a:spAutoFit/>
          </a:bodyPr>
          <a:lstStyle/>
          <a:p>
            <a:pPr lvl="8"/>
            <a:endParaRPr lang="en-AU" sz="5400">
              <a:solidFill>
                <a:schemeClr val="tx1"/>
              </a:solidFill>
            </a:endParaRPr>
          </a:p>
          <a:p>
            <a:pPr marL="685800" lvl="8" indent="-685800">
              <a:buFont typeface="Arial" panose="020B0604020202020204" pitchFamily="34" charset="0"/>
              <a:buChar char="•"/>
            </a:pPr>
            <a:r>
              <a:rPr lang="en-GB" sz="5400">
                <a:solidFill>
                  <a:schemeClr val="tx1"/>
                </a:solidFill>
              </a:rPr>
              <a:t>Many large organisations need to deliver training to their new employees which can be resource and time consuming. In the hospitality industry, employees usually waste many resources such as ingredients during the initial training process which can be lengthy itself. The waste of resources and lengthy training sessions translate to an inefficient use of an organisation's budget.</a:t>
            </a:r>
            <a:endParaRPr lang="en-AU" sz="5400">
              <a:solidFill>
                <a:schemeClr val="tx1"/>
              </a:solidFill>
            </a:endParaRPr>
          </a:p>
          <a:p>
            <a:pPr marL="685800" lvl="8" indent="-685800">
              <a:buFont typeface="Arial" panose="020B0604020202020204" pitchFamily="34" charset="0"/>
              <a:buChar char="•"/>
            </a:pPr>
            <a:endParaRPr lang="en-AT" sz="5400">
              <a:solidFill>
                <a:schemeClr val="tx1"/>
              </a:solidFill>
            </a:endParaRPr>
          </a:p>
          <a:p>
            <a:pPr lvl="8"/>
            <a:endParaRPr lang="en-AT" sz="5400"/>
          </a:p>
          <a:p>
            <a:endParaRPr lang="en-AT" sz="5400"/>
          </a:p>
        </p:txBody>
      </p:sp>
    </p:spTree>
    <p:extLst>
      <p:ext uri="{BB962C8B-B14F-4D97-AF65-F5344CB8AC3E}">
        <p14:creationId xmlns:p14="http://schemas.microsoft.com/office/powerpoint/2010/main" val="409517672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48350" y="1755901"/>
            <a:ext cx="15630120" cy="2438022"/>
          </a:xfrm>
        </p:spPr>
        <p:txBody>
          <a:bodyPr/>
          <a:lstStyle/>
          <a:p>
            <a:r>
              <a:rPr lang="en-AU" b="1"/>
              <a:t>Background Research and Users’ Needs</a:t>
            </a:r>
          </a:p>
        </p:txBody>
      </p:sp>
      <p:sp>
        <p:nvSpPr>
          <p:cNvPr id="3" name="TextBox 2">
            <a:extLst>
              <a:ext uri="{FF2B5EF4-FFF2-40B4-BE49-F238E27FC236}">
                <a16:creationId xmlns:a16="http://schemas.microsoft.com/office/drawing/2014/main" id="{E270589A-6706-5144-BCD3-12E2CD443333}"/>
              </a:ext>
            </a:extLst>
          </p:cNvPr>
          <p:cNvSpPr txBox="1"/>
          <p:nvPr/>
        </p:nvSpPr>
        <p:spPr>
          <a:xfrm>
            <a:off x="1594928" y="3732258"/>
            <a:ext cx="21390582" cy="10064294"/>
          </a:xfrm>
          <a:prstGeom prst="rect">
            <a:avLst/>
          </a:prstGeom>
          <a:noFill/>
        </p:spPr>
        <p:txBody>
          <a:bodyPr wrap="square" lIns="91440" tIns="45720" rIns="91440" bIns="45720" rtlCol="0" anchor="t">
            <a:spAutoFit/>
          </a:bodyPr>
          <a:lstStyle/>
          <a:p>
            <a:pPr marL="685800" lvl="8" indent="-685800">
              <a:buFont typeface="Arial" panose="020B0604020202020204" pitchFamily="34" charset="0"/>
              <a:buChar char="•"/>
            </a:pPr>
            <a:r>
              <a:rPr lang="en-GB" sz="5400">
                <a:solidFill>
                  <a:schemeClr val="tx1"/>
                </a:solidFill>
              </a:rPr>
              <a:t>XR technology has gained more popularity over the last few years in many industries</a:t>
            </a:r>
          </a:p>
          <a:p>
            <a:pPr marL="685800" lvl="8" indent="-685800">
              <a:buFont typeface="Arial" panose="020B0604020202020204" pitchFamily="34" charset="0"/>
              <a:buChar char="•"/>
            </a:pPr>
            <a:r>
              <a:rPr lang="en-GB" sz="5400">
                <a:solidFill>
                  <a:schemeClr val="tx1"/>
                </a:solidFill>
              </a:rPr>
              <a:t>Restaurants and cafes need an efficient way to train new employees in making food and beverages without wasting resources in order to save time and money</a:t>
            </a:r>
          </a:p>
          <a:p>
            <a:pPr marL="685800" lvl="8" indent="-685800">
              <a:buFont typeface="Arial" panose="020B0604020202020204" pitchFamily="34" charset="0"/>
              <a:buChar char="•"/>
            </a:pPr>
            <a:r>
              <a:rPr lang="en-AU" sz="5400">
                <a:solidFill>
                  <a:schemeClr val="tx1"/>
                </a:solidFill>
              </a:rPr>
              <a:t>Conducting training in person can often be quite costly and inefficient due to the resource waste and training supervision required. </a:t>
            </a:r>
          </a:p>
          <a:p>
            <a:pPr marL="685800" lvl="8" indent="-685800">
              <a:buFont typeface="Arial" panose="020B0604020202020204" pitchFamily="34" charset="0"/>
              <a:buChar char="•"/>
            </a:pPr>
            <a:r>
              <a:rPr lang="en-AU" sz="5400">
                <a:solidFill>
                  <a:schemeClr val="tx1"/>
                </a:solidFill>
              </a:rPr>
              <a:t>Developing custom software for a company's unique training is costly</a:t>
            </a:r>
          </a:p>
          <a:p>
            <a:pPr lvl="8"/>
            <a:endParaRPr lang="en-GB" sz="5400"/>
          </a:p>
          <a:p>
            <a:endParaRPr lang="en-AT" sz="5400"/>
          </a:p>
        </p:txBody>
      </p:sp>
    </p:spTree>
    <p:extLst>
      <p:ext uri="{BB962C8B-B14F-4D97-AF65-F5344CB8AC3E}">
        <p14:creationId xmlns:p14="http://schemas.microsoft.com/office/powerpoint/2010/main" val="236435510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48350" y="1755901"/>
            <a:ext cx="15630120" cy="2438022"/>
          </a:xfrm>
        </p:spPr>
        <p:txBody>
          <a:bodyPr/>
          <a:lstStyle/>
          <a:p>
            <a:r>
              <a:rPr lang="en-AU" b="1"/>
              <a:t>Comparisons or Differences</a:t>
            </a:r>
          </a:p>
        </p:txBody>
      </p:sp>
      <p:sp>
        <p:nvSpPr>
          <p:cNvPr id="3" name="TextBox 2">
            <a:extLst>
              <a:ext uri="{FF2B5EF4-FFF2-40B4-BE49-F238E27FC236}">
                <a16:creationId xmlns:a16="http://schemas.microsoft.com/office/drawing/2014/main" id="{E270589A-6706-5144-BCD3-12E2CD443333}"/>
              </a:ext>
            </a:extLst>
          </p:cNvPr>
          <p:cNvSpPr txBox="1"/>
          <p:nvPr/>
        </p:nvSpPr>
        <p:spPr>
          <a:xfrm>
            <a:off x="1594928" y="3732258"/>
            <a:ext cx="21390582" cy="9233297"/>
          </a:xfrm>
          <a:prstGeom prst="rect">
            <a:avLst/>
          </a:prstGeom>
          <a:noFill/>
        </p:spPr>
        <p:txBody>
          <a:bodyPr wrap="square" lIns="91440" tIns="45720" rIns="91440" bIns="45720" rtlCol="0" anchor="t">
            <a:spAutoFit/>
          </a:bodyPr>
          <a:lstStyle/>
          <a:p>
            <a:pPr marL="685800" lvl="8" indent="-685800">
              <a:buFont typeface="Arial" panose="020B0604020202020204" pitchFamily="34" charset="0"/>
              <a:buChar char="•"/>
            </a:pPr>
            <a:r>
              <a:rPr lang="en-GB" sz="5400">
                <a:solidFill>
                  <a:schemeClr val="tx1"/>
                </a:solidFill>
              </a:rPr>
              <a:t>Another method involves the employee reading instructions/menus (as homework) on how to make burgers which is a good starting point but is not effective in fostering practice-based learning​</a:t>
            </a:r>
            <a:endParaRPr lang="en-GB">
              <a:solidFill>
                <a:schemeClr val="tx1"/>
              </a:solidFill>
            </a:endParaRPr>
          </a:p>
          <a:p>
            <a:pPr marL="685800" lvl="8" indent="-685800">
              <a:buFont typeface="Arial" panose="020B0604020202020204" pitchFamily="34" charset="0"/>
              <a:buChar char="•"/>
            </a:pPr>
            <a:r>
              <a:rPr lang="en-GB" sz="5400">
                <a:solidFill>
                  <a:schemeClr val="tx1"/>
                </a:solidFill>
              </a:rPr>
              <a:t>Another solution is e-learning and interacting with an instructor at certain points</a:t>
            </a:r>
          </a:p>
          <a:p>
            <a:pPr marL="685800" lvl="8" indent="-685800">
              <a:buFont typeface="Arial" panose="020B0604020202020204" pitchFamily="34" charset="0"/>
              <a:buChar char="•"/>
            </a:pPr>
            <a:r>
              <a:rPr lang="en-GB" sz="5400">
                <a:solidFill>
                  <a:schemeClr val="tx1"/>
                </a:solidFill>
              </a:rPr>
              <a:t>These methods are good starting points but do not foster practice-based learning</a:t>
            </a:r>
          </a:p>
          <a:p>
            <a:pPr marL="685800" lvl="8" indent="-685800">
              <a:buFont typeface="Arial" panose="020B0604020202020204" pitchFamily="34" charset="0"/>
              <a:buChar char="•"/>
            </a:pPr>
            <a:endParaRPr lang="en-GB" sz="5400"/>
          </a:p>
          <a:p>
            <a:pPr lvl="8"/>
            <a:endParaRPr lang="en-AT" sz="5400"/>
          </a:p>
          <a:p>
            <a:endParaRPr lang="en-AT" sz="5400"/>
          </a:p>
        </p:txBody>
      </p:sp>
    </p:spTree>
    <p:extLst>
      <p:ext uri="{BB962C8B-B14F-4D97-AF65-F5344CB8AC3E}">
        <p14:creationId xmlns:p14="http://schemas.microsoft.com/office/powerpoint/2010/main" val="224737411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48350" y="1755901"/>
            <a:ext cx="15630120" cy="2438022"/>
          </a:xfrm>
        </p:spPr>
        <p:txBody>
          <a:bodyPr/>
          <a:lstStyle/>
          <a:p>
            <a:r>
              <a:rPr lang="en-AU" b="1"/>
              <a:t>Project Scope</a:t>
            </a:r>
          </a:p>
        </p:txBody>
      </p:sp>
      <p:sp>
        <p:nvSpPr>
          <p:cNvPr id="3" name="TextBox 2">
            <a:extLst>
              <a:ext uri="{FF2B5EF4-FFF2-40B4-BE49-F238E27FC236}">
                <a16:creationId xmlns:a16="http://schemas.microsoft.com/office/drawing/2014/main" id="{E270589A-6706-5144-BCD3-12E2CD443333}"/>
              </a:ext>
            </a:extLst>
          </p:cNvPr>
          <p:cNvSpPr txBox="1"/>
          <p:nvPr/>
        </p:nvSpPr>
        <p:spPr>
          <a:xfrm>
            <a:off x="1594928" y="3732258"/>
            <a:ext cx="21390582" cy="8402300"/>
          </a:xfrm>
          <a:prstGeom prst="rect">
            <a:avLst/>
          </a:prstGeom>
          <a:noFill/>
        </p:spPr>
        <p:txBody>
          <a:bodyPr wrap="square" lIns="91440" tIns="45720" rIns="91440" bIns="45720" rtlCol="0" anchor="t">
            <a:spAutoFit/>
          </a:bodyPr>
          <a:lstStyle/>
          <a:p>
            <a:pPr lvl="8"/>
            <a:endParaRPr lang="en-GB" sz="5400">
              <a:solidFill>
                <a:schemeClr val="tx1"/>
              </a:solidFill>
            </a:endParaRPr>
          </a:p>
          <a:p>
            <a:pPr marL="685800" lvl="8" indent="-685800">
              <a:buFont typeface="Arial" panose="020B0604020202020204" pitchFamily="34" charset="0"/>
              <a:buChar char="•"/>
            </a:pPr>
            <a:r>
              <a:rPr lang="en-GB" sz="5400">
                <a:solidFill>
                  <a:schemeClr val="tx1"/>
                </a:solidFill>
              </a:rPr>
              <a:t>Our </a:t>
            </a:r>
            <a:r>
              <a:rPr lang="en-GB" sz="5400" b="1">
                <a:solidFill>
                  <a:schemeClr val="tx1"/>
                </a:solidFill>
              </a:rPr>
              <a:t>Extended Reality (XR) Training System </a:t>
            </a:r>
            <a:r>
              <a:rPr lang="en-GB" sz="5400">
                <a:solidFill>
                  <a:schemeClr val="tx1"/>
                </a:solidFill>
              </a:rPr>
              <a:t>aims to deliver virtual food and beverage training for the hospitality industry. In the context of SES 3A, this will be focused on providing employees with training on making burgers in a virtual environment without wasting ingredients. </a:t>
            </a:r>
          </a:p>
          <a:p>
            <a:pPr marL="685800" lvl="8" indent="-685800">
              <a:buFont typeface="Arial" panose="020B0604020202020204" pitchFamily="34" charset="0"/>
              <a:buChar char="•"/>
            </a:pPr>
            <a:endParaRPr lang="en-GB" sz="5400">
              <a:solidFill>
                <a:schemeClr val="tx1"/>
              </a:solidFill>
            </a:endParaRPr>
          </a:p>
          <a:p>
            <a:pPr marL="685800" lvl="8" indent="-685800">
              <a:buFont typeface="Arial" panose="020B0604020202020204" pitchFamily="34" charset="0"/>
              <a:buChar char="•"/>
            </a:pPr>
            <a:endParaRPr lang="en-GB" sz="5400">
              <a:solidFill>
                <a:schemeClr val="tx1"/>
              </a:solidFill>
            </a:endParaRPr>
          </a:p>
          <a:p>
            <a:pPr lvl="8"/>
            <a:endParaRPr lang="en-AT" sz="5400"/>
          </a:p>
          <a:p>
            <a:endParaRPr lang="en-AT" sz="5400"/>
          </a:p>
        </p:txBody>
      </p:sp>
    </p:spTree>
    <p:extLst>
      <p:ext uri="{BB962C8B-B14F-4D97-AF65-F5344CB8AC3E}">
        <p14:creationId xmlns:p14="http://schemas.microsoft.com/office/powerpoint/2010/main" val="312548036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85841" y="1729524"/>
            <a:ext cx="15630120" cy="2438022"/>
          </a:xfrm>
        </p:spPr>
        <p:txBody>
          <a:bodyPr/>
          <a:lstStyle/>
          <a:p>
            <a:r>
              <a:rPr lang="en-AU" b="1"/>
              <a:t>The key/Main Tech </a:t>
            </a:r>
          </a:p>
        </p:txBody>
      </p:sp>
      <p:sp>
        <p:nvSpPr>
          <p:cNvPr id="3" name="TextBox 2">
            <a:extLst>
              <a:ext uri="{FF2B5EF4-FFF2-40B4-BE49-F238E27FC236}">
                <a16:creationId xmlns:a16="http://schemas.microsoft.com/office/drawing/2014/main" id="{E270589A-6706-5144-BCD3-12E2CD443333}"/>
              </a:ext>
            </a:extLst>
          </p:cNvPr>
          <p:cNvSpPr txBox="1"/>
          <p:nvPr/>
        </p:nvSpPr>
        <p:spPr>
          <a:xfrm>
            <a:off x="1594927" y="3732258"/>
            <a:ext cx="21839135" cy="9233297"/>
          </a:xfrm>
          <a:prstGeom prst="rect">
            <a:avLst/>
          </a:prstGeom>
          <a:noFill/>
        </p:spPr>
        <p:txBody>
          <a:bodyPr wrap="square" lIns="91440" tIns="45720" rIns="91440" bIns="45720" rtlCol="0" anchor="t">
            <a:spAutoFit/>
          </a:bodyPr>
          <a:lstStyle/>
          <a:p>
            <a:pPr marL="685800" indent="-685800">
              <a:buFont typeface="Arial" panose="020B0604020202020204" pitchFamily="34" charset="0"/>
              <a:buChar char="•"/>
            </a:pPr>
            <a:r>
              <a:rPr lang="en-GB" sz="5400"/>
              <a:t>We plan to use VR/AR technology which would allow restaurants and cafes to create custom training modules</a:t>
            </a:r>
          </a:p>
          <a:p>
            <a:pPr marL="685800" indent="-685800">
              <a:buFont typeface="Arial" panose="020B0604020202020204" pitchFamily="34" charset="0"/>
              <a:buChar char="•"/>
            </a:pPr>
            <a:r>
              <a:rPr lang="en-GB" sz="5400"/>
              <a:t>HTC Virtual Reality System (headset and controllers) - allows employees to actually make burgers in a simulated virtual environment​ by interacting with the controllers and headset</a:t>
            </a:r>
          </a:p>
          <a:p>
            <a:pPr marL="685800" indent="-685800">
              <a:buFont typeface="Arial" panose="020B0604020202020204" pitchFamily="34" charset="0"/>
              <a:buChar char="•"/>
            </a:pPr>
            <a:r>
              <a:rPr lang="en-GB" sz="5400"/>
              <a:t>Unity – the application which delivers the virtual training​ </a:t>
            </a:r>
          </a:p>
          <a:p>
            <a:pPr marL="685800" indent="-685800">
              <a:buFont typeface="Arial" panose="020B0604020202020204" pitchFamily="34" charset="0"/>
              <a:buChar char="•"/>
            </a:pPr>
            <a:r>
              <a:rPr lang="en-GB" sz="5400"/>
              <a:t>Web app – user interface that enables employees and staff to track training progress, complete and/or alter training modules and perform other administrative tasks</a:t>
            </a:r>
          </a:p>
          <a:p>
            <a:pPr marL="685800" indent="-685800">
              <a:buFont typeface="Arial" panose="020B0604020202020204" pitchFamily="34" charset="0"/>
              <a:buChar char="•"/>
            </a:pPr>
            <a:endParaRPr lang="en-GB" sz="5400"/>
          </a:p>
          <a:p>
            <a:pPr marL="685800" indent="-685800">
              <a:buFont typeface="Arial" panose="020B0604020202020204" pitchFamily="34" charset="0"/>
              <a:buChar char="•"/>
            </a:pPr>
            <a:endParaRPr lang="en-GB" sz="5400"/>
          </a:p>
        </p:txBody>
      </p:sp>
    </p:spTree>
    <p:extLst>
      <p:ext uri="{BB962C8B-B14F-4D97-AF65-F5344CB8AC3E}">
        <p14:creationId xmlns:p14="http://schemas.microsoft.com/office/powerpoint/2010/main" val="196688916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48350" y="1755901"/>
            <a:ext cx="15630120" cy="2438022"/>
          </a:xfrm>
        </p:spPr>
        <p:txBody>
          <a:bodyPr/>
          <a:lstStyle/>
          <a:p>
            <a:r>
              <a:rPr lang="en-AU" b="1"/>
              <a:t>Overview of Software</a:t>
            </a:r>
          </a:p>
        </p:txBody>
      </p:sp>
      <p:sp>
        <p:nvSpPr>
          <p:cNvPr id="3" name="TextBox 2">
            <a:extLst>
              <a:ext uri="{FF2B5EF4-FFF2-40B4-BE49-F238E27FC236}">
                <a16:creationId xmlns:a16="http://schemas.microsoft.com/office/drawing/2014/main" id="{E270589A-6706-5144-BCD3-12E2CD443333}"/>
              </a:ext>
            </a:extLst>
          </p:cNvPr>
          <p:cNvSpPr txBox="1"/>
          <p:nvPr/>
        </p:nvSpPr>
        <p:spPr>
          <a:xfrm>
            <a:off x="1594927" y="3732258"/>
            <a:ext cx="6910216" cy="923330"/>
          </a:xfrm>
          <a:prstGeom prst="rect">
            <a:avLst/>
          </a:prstGeom>
          <a:noFill/>
        </p:spPr>
        <p:txBody>
          <a:bodyPr wrap="square" lIns="91440" tIns="45720" rIns="91440" bIns="45720" rtlCol="0" anchor="t">
            <a:spAutoFit/>
          </a:bodyPr>
          <a:lstStyle/>
          <a:p>
            <a:r>
              <a:rPr lang="en-GB" sz="5400" b="1" u="sng"/>
              <a:t>Play video here</a:t>
            </a:r>
          </a:p>
        </p:txBody>
      </p:sp>
    </p:spTree>
    <p:extLst>
      <p:ext uri="{BB962C8B-B14F-4D97-AF65-F5344CB8AC3E}">
        <p14:creationId xmlns:p14="http://schemas.microsoft.com/office/powerpoint/2010/main" val="384421704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48350" y="1755901"/>
            <a:ext cx="15630120" cy="2438022"/>
          </a:xfrm>
        </p:spPr>
        <p:txBody>
          <a:bodyPr/>
          <a:lstStyle/>
          <a:p>
            <a:r>
              <a:rPr lang="en-AU" b="1"/>
              <a:t>Overview of Solid Achievements</a:t>
            </a:r>
          </a:p>
        </p:txBody>
      </p:sp>
      <p:sp>
        <p:nvSpPr>
          <p:cNvPr id="4" name="TextBox 3">
            <a:extLst>
              <a:ext uri="{FF2B5EF4-FFF2-40B4-BE49-F238E27FC236}">
                <a16:creationId xmlns:a16="http://schemas.microsoft.com/office/drawing/2014/main" id="{79BBAB3F-8FB9-644E-93ED-11E21B3EF9C1}"/>
              </a:ext>
            </a:extLst>
          </p:cNvPr>
          <p:cNvSpPr txBox="1"/>
          <p:nvPr/>
        </p:nvSpPr>
        <p:spPr>
          <a:xfrm>
            <a:off x="2545492" y="4670854"/>
            <a:ext cx="234360" cy="307777"/>
          </a:xfrm>
          <a:prstGeom prst="rect">
            <a:avLst/>
          </a:prstGeom>
          <a:noFill/>
        </p:spPr>
        <p:txBody>
          <a:bodyPr wrap="none" rtlCol="0">
            <a:spAutoFit/>
          </a:bodyPr>
          <a:lstStyle/>
          <a:p>
            <a:r>
              <a:rPr lang="en-AU"/>
              <a:t> </a:t>
            </a:r>
            <a:endParaRPr lang="en-US"/>
          </a:p>
        </p:txBody>
      </p:sp>
      <p:pic>
        <p:nvPicPr>
          <p:cNvPr id="12" name="Picture 11" descr="Diagram&#10;&#10;Description automatically generated">
            <a:extLst>
              <a:ext uri="{FF2B5EF4-FFF2-40B4-BE49-F238E27FC236}">
                <a16:creationId xmlns:a16="http://schemas.microsoft.com/office/drawing/2014/main" id="{3C70829F-DE5F-4BE0-8305-E6C53E4555F3}"/>
              </a:ext>
            </a:extLst>
          </p:cNvPr>
          <p:cNvPicPr>
            <a:picLocks noChangeAspect="1"/>
          </p:cNvPicPr>
          <p:nvPr/>
        </p:nvPicPr>
        <p:blipFill>
          <a:blip r:embed="rId2"/>
          <a:stretch>
            <a:fillRect/>
          </a:stretch>
        </p:blipFill>
        <p:spPr>
          <a:xfrm>
            <a:off x="4376146" y="2974912"/>
            <a:ext cx="15630120" cy="9882015"/>
          </a:xfrm>
          <a:prstGeom prst="rect">
            <a:avLst/>
          </a:prstGeom>
        </p:spPr>
      </p:pic>
    </p:spTree>
    <p:extLst>
      <p:ext uri="{BB962C8B-B14F-4D97-AF65-F5344CB8AC3E}">
        <p14:creationId xmlns:p14="http://schemas.microsoft.com/office/powerpoint/2010/main" val="410818469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79BBAB3F-8FB9-644E-93ED-11E21B3EF9C1}"/>
              </a:ext>
            </a:extLst>
          </p:cNvPr>
          <p:cNvSpPr txBox="1"/>
          <p:nvPr/>
        </p:nvSpPr>
        <p:spPr>
          <a:xfrm>
            <a:off x="2545492" y="4670854"/>
            <a:ext cx="234360" cy="307777"/>
          </a:xfrm>
          <a:prstGeom prst="rect">
            <a:avLst/>
          </a:prstGeom>
          <a:noFill/>
        </p:spPr>
        <p:txBody>
          <a:bodyPr wrap="none" rtlCol="0">
            <a:spAutoFit/>
          </a:bodyPr>
          <a:lstStyle/>
          <a:p>
            <a:r>
              <a:rPr lang="en-AU"/>
              <a:t> </a:t>
            </a:r>
            <a:endParaRPr lang="en-US"/>
          </a:p>
        </p:txBody>
      </p:sp>
      <p:pic>
        <p:nvPicPr>
          <p:cNvPr id="1026" name="Picture 2">
            <a:extLst>
              <a:ext uri="{FF2B5EF4-FFF2-40B4-BE49-F238E27FC236}">
                <a16:creationId xmlns:a16="http://schemas.microsoft.com/office/drawing/2014/main" id="{35A63225-CFFC-4F43-9B42-0A47ADB12E4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71850" y="0"/>
            <a:ext cx="18465071" cy="1359144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2523433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48350" y="1755901"/>
            <a:ext cx="15630120" cy="2438022"/>
          </a:xfrm>
        </p:spPr>
        <p:txBody>
          <a:bodyPr/>
          <a:lstStyle/>
          <a:p>
            <a:r>
              <a:rPr lang="en-AU" b="1"/>
              <a:t>Introduce the key/new function(s)</a:t>
            </a:r>
          </a:p>
        </p:txBody>
      </p:sp>
      <p:sp>
        <p:nvSpPr>
          <p:cNvPr id="7" name="TextBox 6">
            <a:extLst>
              <a:ext uri="{FF2B5EF4-FFF2-40B4-BE49-F238E27FC236}">
                <a16:creationId xmlns:a16="http://schemas.microsoft.com/office/drawing/2014/main" id="{C4814867-5AD6-4F03-9D74-3417D1B57ADF}"/>
              </a:ext>
            </a:extLst>
          </p:cNvPr>
          <p:cNvSpPr txBox="1"/>
          <p:nvPr/>
        </p:nvSpPr>
        <p:spPr>
          <a:xfrm>
            <a:off x="1505532" y="3821686"/>
            <a:ext cx="6429719" cy="923330"/>
          </a:xfrm>
          <a:prstGeom prst="rect">
            <a:avLst/>
          </a:prstGeom>
          <a:noFill/>
        </p:spPr>
        <p:txBody>
          <a:bodyPr wrap="square" lIns="91440" tIns="45720" rIns="91440" bIns="45720" rtlCol="0" anchor="t">
            <a:spAutoFit/>
          </a:bodyPr>
          <a:lstStyle/>
          <a:p>
            <a:r>
              <a:rPr lang="en-GB" sz="5400" b="1" u="sng"/>
              <a:t>Play video here</a:t>
            </a:r>
          </a:p>
        </p:txBody>
      </p:sp>
    </p:spTree>
    <p:extLst>
      <p:ext uri="{BB962C8B-B14F-4D97-AF65-F5344CB8AC3E}">
        <p14:creationId xmlns:p14="http://schemas.microsoft.com/office/powerpoint/2010/main" val="219134208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48349" y="1912013"/>
            <a:ext cx="22580723" cy="2438022"/>
          </a:xfrm>
        </p:spPr>
        <p:txBody>
          <a:bodyPr/>
          <a:lstStyle/>
          <a:p>
            <a:r>
              <a:rPr lang="en-AU" b="1"/>
              <a:t>Next Step </a:t>
            </a:r>
            <a:br>
              <a:rPr lang="en-AU" b="1"/>
            </a:br>
            <a:r>
              <a:rPr lang="en-AU" b="1"/>
              <a:t>(</a:t>
            </a:r>
            <a:r>
              <a:rPr lang="en-AU" b="1">
                <a:solidFill>
                  <a:srgbClr val="7030A0"/>
                </a:solidFill>
              </a:rPr>
              <a:t>business model </a:t>
            </a:r>
            <a:r>
              <a:rPr lang="en-AU" b="1"/>
              <a:t>/ </a:t>
            </a:r>
            <a:r>
              <a:rPr lang="en-AU" b="1">
                <a:solidFill>
                  <a:srgbClr val="FF0000"/>
                </a:solidFill>
              </a:rPr>
              <a:t>leading research</a:t>
            </a:r>
            <a:r>
              <a:rPr lang="en-AU" b="1"/>
              <a:t> / </a:t>
            </a:r>
            <a:r>
              <a:rPr lang="en-AU" b="1">
                <a:solidFill>
                  <a:srgbClr val="92D050"/>
                </a:solidFill>
              </a:rPr>
              <a:t>improvement</a:t>
            </a:r>
            <a:r>
              <a:rPr lang="en-AU" b="1"/>
              <a:t>) </a:t>
            </a:r>
          </a:p>
        </p:txBody>
      </p:sp>
      <p:sp>
        <p:nvSpPr>
          <p:cNvPr id="3" name="TextBox 2">
            <a:extLst>
              <a:ext uri="{FF2B5EF4-FFF2-40B4-BE49-F238E27FC236}">
                <a16:creationId xmlns:a16="http://schemas.microsoft.com/office/drawing/2014/main" id="{E270589A-6706-5144-BCD3-12E2CD443333}"/>
              </a:ext>
            </a:extLst>
          </p:cNvPr>
          <p:cNvSpPr txBox="1"/>
          <p:nvPr/>
        </p:nvSpPr>
        <p:spPr>
          <a:xfrm>
            <a:off x="1594928" y="3732258"/>
            <a:ext cx="21390582" cy="6740307"/>
          </a:xfrm>
          <a:prstGeom prst="rect">
            <a:avLst/>
          </a:prstGeom>
          <a:noFill/>
        </p:spPr>
        <p:txBody>
          <a:bodyPr wrap="square" rtlCol="0">
            <a:spAutoFit/>
          </a:bodyPr>
          <a:lstStyle/>
          <a:p>
            <a:pPr lvl="8"/>
            <a:endParaRPr lang="en-GB" sz="5400">
              <a:solidFill>
                <a:schemeClr val="tx1"/>
              </a:solidFill>
            </a:endParaRPr>
          </a:p>
          <a:p>
            <a:pPr marL="685800" lvl="8" indent="-685800">
              <a:buFont typeface="Arial" panose="020B0604020202020204" pitchFamily="34" charset="0"/>
              <a:buChar char="•"/>
            </a:pPr>
            <a:r>
              <a:rPr lang="en-GB" sz="5400">
                <a:solidFill>
                  <a:schemeClr val="tx1"/>
                </a:solidFill>
              </a:rPr>
              <a:t>Polish our XR Training System to make it a high quality professional product​</a:t>
            </a:r>
          </a:p>
          <a:p>
            <a:pPr marL="685800" lvl="8" indent="-685800">
              <a:buFont typeface="Arial" panose="020B0604020202020204" pitchFamily="34" charset="0"/>
              <a:buChar char="•"/>
            </a:pPr>
            <a:r>
              <a:rPr lang="en-GB" sz="5400">
                <a:solidFill>
                  <a:schemeClr val="tx1"/>
                </a:solidFill>
              </a:rPr>
              <a:t>Approach burger joints such as McDonalds to pitch our product​</a:t>
            </a:r>
          </a:p>
          <a:p>
            <a:pPr marL="685800" lvl="8" indent="-685800">
              <a:buFont typeface="Arial" panose="020B0604020202020204" pitchFamily="34" charset="0"/>
              <a:buChar char="•"/>
            </a:pPr>
            <a:r>
              <a:rPr lang="en-GB" sz="5400">
                <a:solidFill>
                  <a:schemeClr val="tx1"/>
                </a:solidFill>
              </a:rPr>
              <a:t>Develop the ability to create other forms of training (e.g. making drinks and desserts, fire safety training in a restaurant)</a:t>
            </a:r>
          </a:p>
          <a:p>
            <a:pPr lvl="8"/>
            <a:endParaRPr lang="en-AT" sz="5400">
              <a:solidFill>
                <a:schemeClr val="tx1"/>
              </a:solidFill>
            </a:endParaRPr>
          </a:p>
          <a:p>
            <a:endParaRPr lang="en-AT" sz="5400"/>
          </a:p>
        </p:txBody>
      </p:sp>
    </p:spTree>
    <p:extLst>
      <p:ext uri="{BB962C8B-B14F-4D97-AF65-F5344CB8AC3E}">
        <p14:creationId xmlns:p14="http://schemas.microsoft.com/office/powerpoint/2010/main" val="138083384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38617" y="1755901"/>
            <a:ext cx="15630120" cy="2438022"/>
          </a:xfrm>
        </p:spPr>
        <p:txBody>
          <a:bodyPr/>
          <a:lstStyle/>
          <a:p>
            <a:endParaRPr lang="en-AU"/>
          </a:p>
          <a:p>
            <a:endParaRPr lang="en-AU" b="1"/>
          </a:p>
        </p:txBody>
      </p:sp>
      <p:graphicFrame>
        <p:nvGraphicFramePr>
          <p:cNvPr id="3" name="Table 4">
            <a:extLst>
              <a:ext uri="{FF2B5EF4-FFF2-40B4-BE49-F238E27FC236}">
                <a16:creationId xmlns:a16="http://schemas.microsoft.com/office/drawing/2014/main" id="{8BAB4BE6-62B8-459F-A4CB-C1057BDFE1A8}"/>
              </a:ext>
            </a:extLst>
          </p:cNvPr>
          <p:cNvGraphicFramePr>
            <a:graphicFrameLocks noGrp="1"/>
          </p:cNvGraphicFramePr>
          <p:nvPr>
            <p:extLst>
              <p:ext uri="{D42A27DB-BD31-4B8C-83A1-F6EECF244321}">
                <p14:modId xmlns:p14="http://schemas.microsoft.com/office/powerpoint/2010/main" val="1216826126"/>
              </p:ext>
            </p:extLst>
          </p:nvPr>
        </p:nvGraphicFramePr>
        <p:xfrm>
          <a:off x="1240230" y="4695092"/>
          <a:ext cx="20517488" cy="3485270"/>
        </p:xfrm>
        <a:graphic>
          <a:graphicData uri="http://schemas.openxmlformats.org/drawingml/2006/table">
            <a:tbl>
              <a:tblPr firstRow="1" bandRow="1">
                <a:tableStyleId>{5C22544A-7EE6-4342-B048-85BDC9FD1C3A}</a:tableStyleId>
              </a:tblPr>
              <a:tblGrid>
                <a:gridCol w="7728438">
                  <a:extLst>
                    <a:ext uri="{9D8B030D-6E8A-4147-A177-3AD203B41FA5}">
                      <a16:colId xmlns:a16="http://schemas.microsoft.com/office/drawing/2014/main" val="556110024"/>
                    </a:ext>
                  </a:extLst>
                </a:gridCol>
                <a:gridCol w="5949887">
                  <a:extLst>
                    <a:ext uri="{9D8B030D-6E8A-4147-A177-3AD203B41FA5}">
                      <a16:colId xmlns:a16="http://schemas.microsoft.com/office/drawing/2014/main" val="258625566"/>
                    </a:ext>
                  </a:extLst>
                </a:gridCol>
                <a:gridCol w="6839163">
                  <a:extLst>
                    <a:ext uri="{9D8B030D-6E8A-4147-A177-3AD203B41FA5}">
                      <a16:colId xmlns:a16="http://schemas.microsoft.com/office/drawing/2014/main" val="1796341335"/>
                    </a:ext>
                  </a:extLst>
                </a:gridCol>
              </a:tblGrid>
              <a:tr h="1107830">
                <a:tc>
                  <a:txBody>
                    <a:bodyPr/>
                    <a:lstStyle/>
                    <a:p>
                      <a:r>
                        <a:rPr lang="en-US" sz="3500"/>
                        <a:t>Good </a:t>
                      </a:r>
                    </a:p>
                  </a:txBody>
                  <a:tcPr/>
                </a:tc>
                <a:tc>
                  <a:txBody>
                    <a:bodyPr/>
                    <a:lstStyle/>
                    <a:p>
                      <a:r>
                        <a:rPr lang="en-US" sz="3500"/>
                        <a:t>Average</a:t>
                      </a:r>
                    </a:p>
                  </a:txBody>
                  <a:tcPr/>
                </a:tc>
                <a:tc>
                  <a:txBody>
                    <a:bodyPr/>
                    <a:lstStyle/>
                    <a:p>
                      <a:r>
                        <a:rPr lang="en-US" sz="3500"/>
                        <a:t>Bad</a:t>
                      </a:r>
                    </a:p>
                  </a:txBody>
                  <a:tcPr/>
                </a:tc>
                <a:extLst>
                  <a:ext uri="{0D108BD9-81ED-4DB2-BD59-A6C34878D82A}">
                    <a16:rowId xmlns:a16="http://schemas.microsoft.com/office/drawing/2014/main" val="1710526807"/>
                  </a:ext>
                </a:extLst>
              </a:tr>
              <a:tr h="1216268">
                <a:tc>
                  <a:txBody>
                    <a:bodyPr/>
                    <a:lstStyle/>
                    <a:p>
                      <a:pPr marL="0" marR="0" lvl="0" indent="0" algn="l">
                        <a:lnSpc>
                          <a:spcPct val="100000"/>
                        </a:lnSpc>
                        <a:spcBef>
                          <a:spcPts val="0"/>
                        </a:spcBef>
                        <a:spcAft>
                          <a:spcPts val="0"/>
                        </a:spcAft>
                        <a:buClr>
                          <a:srgbClr val="000000"/>
                        </a:buClr>
                        <a:buNone/>
                      </a:pPr>
                      <a:r>
                        <a:rPr lang="en-GB" sz="2500" b="0" i="0" u="none" strike="noStrike" noProof="0">
                          <a:latin typeface="Arial"/>
                        </a:rPr>
                        <a:t>Many innovative ideas from all members </a:t>
                      </a:r>
                      <a:endParaRPr lang="en-US" sz="2500" b="0" i="0" u="none" strike="noStrike" noProof="0">
                        <a:latin typeface="Arial"/>
                      </a:endParaRPr>
                    </a:p>
                    <a:p>
                      <a:pPr lvl="0">
                        <a:buNone/>
                      </a:pPr>
                      <a:endParaRPr lang="en-US"/>
                    </a:p>
                  </a:txBody>
                  <a:tcPr/>
                </a:tc>
                <a:tc>
                  <a:txBody>
                    <a:bodyPr/>
                    <a:lstStyle/>
                    <a:p>
                      <a:pPr marL="0" marR="0" lvl="0" indent="0" algn="l">
                        <a:lnSpc>
                          <a:spcPct val="100000"/>
                        </a:lnSpc>
                        <a:spcBef>
                          <a:spcPts val="0"/>
                        </a:spcBef>
                        <a:spcAft>
                          <a:spcPts val="0"/>
                        </a:spcAft>
                        <a:buClr>
                          <a:srgbClr val="000000"/>
                        </a:buClr>
                        <a:buNone/>
                      </a:pPr>
                      <a:r>
                        <a:rPr lang="en-GB" sz="3000" b="0" i="0" u="none" strike="noStrike" noProof="0">
                          <a:latin typeface="Arial"/>
                        </a:rPr>
                        <a:t>Project ideas were too complex </a:t>
                      </a:r>
                      <a:endParaRPr lang="en-US" sz="3000" b="0" i="0" u="none" strike="noStrike" noProof="0">
                        <a:latin typeface="Arial"/>
                      </a:endParaRPr>
                    </a:p>
                    <a:p>
                      <a:pPr lvl="0">
                        <a:buNone/>
                      </a:pPr>
                      <a:endParaRPr lang="en-US"/>
                    </a:p>
                  </a:txBody>
                  <a:tcPr/>
                </a:tc>
                <a:tc>
                  <a:txBody>
                    <a:bodyPr/>
                    <a:lstStyle/>
                    <a:p>
                      <a:pPr marL="685800" marR="0" lvl="0" indent="-685800" algn="l">
                        <a:lnSpc>
                          <a:spcPct val="100000"/>
                        </a:lnSpc>
                        <a:spcBef>
                          <a:spcPts val="0"/>
                        </a:spcBef>
                        <a:spcAft>
                          <a:spcPts val="0"/>
                        </a:spcAft>
                        <a:buClr>
                          <a:srgbClr val="000000"/>
                        </a:buClr>
                        <a:buFont typeface="Arial,Sans-Serif"/>
                        <a:buChar char="•"/>
                      </a:pPr>
                      <a:r>
                        <a:rPr lang="en-GB" sz="3000" b="0" i="0" u="none" strike="noStrike" noProof="0">
                          <a:latin typeface="Arial"/>
                        </a:rPr>
                        <a:t>Initial idea was not practical </a:t>
                      </a:r>
                      <a:endParaRPr lang="en-US" sz="3000" b="0" i="0" u="none" strike="noStrike" noProof="0">
                        <a:latin typeface="Arial"/>
                      </a:endParaRPr>
                    </a:p>
                    <a:p>
                      <a:pPr marL="685800" marR="0" lvl="0" indent="-685800" algn="l">
                        <a:lnSpc>
                          <a:spcPct val="100000"/>
                        </a:lnSpc>
                        <a:spcBef>
                          <a:spcPts val="0"/>
                        </a:spcBef>
                        <a:spcAft>
                          <a:spcPts val="0"/>
                        </a:spcAft>
                        <a:buClr>
                          <a:srgbClr val="000000"/>
                        </a:buClr>
                        <a:buFont typeface="Arial,Sans-Serif"/>
                        <a:buChar char="•"/>
                      </a:pPr>
                      <a:r>
                        <a:rPr lang="en-GB" sz="3000" b="0" i="0" u="none" strike="noStrike" noProof="0">
                          <a:latin typeface="Arial"/>
                        </a:rPr>
                        <a:t>Not much development progress</a:t>
                      </a:r>
                    </a:p>
                    <a:p>
                      <a:pPr marL="685800" marR="0" lvl="0" indent="-685800" algn="l">
                        <a:lnSpc>
                          <a:spcPct val="100000"/>
                        </a:lnSpc>
                        <a:spcBef>
                          <a:spcPts val="0"/>
                        </a:spcBef>
                        <a:spcAft>
                          <a:spcPts val="0"/>
                        </a:spcAft>
                        <a:buClr>
                          <a:srgbClr val="000000"/>
                        </a:buClr>
                        <a:buFont typeface="Arial,Sans-Serif"/>
                        <a:buChar char="•"/>
                      </a:pPr>
                      <a:r>
                        <a:rPr lang="en-GB" sz="3000" b="0" i="0" u="none" strike="noStrike" noProof="0">
                          <a:latin typeface="Arial"/>
                        </a:rPr>
                        <a:t>No VR Headset for testing</a:t>
                      </a:r>
                    </a:p>
                    <a:p>
                      <a:pPr marL="685800" marR="0" lvl="0" indent="-685800" algn="l">
                        <a:lnSpc>
                          <a:spcPct val="100000"/>
                        </a:lnSpc>
                        <a:spcBef>
                          <a:spcPts val="0"/>
                        </a:spcBef>
                        <a:spcAft>
                          <a:spcPts val="0"/>
                        </a:spcAft>
                        <a:buClr>
                          <a:srgbClr val="000000"/>
                        </a:buClr>
                        <a:buFont typeface="Arial,Sans-Serif"/>
                        <a:buChar char="•"/>
                      </a:pPr>
                      <a:r>
                        <a:rPr lang="en-GB" sz="3000" b="0" i="0" u="none" strike="noStrike" noProof="0">
                          <a:latin typeface="Arial"/>
                        </a:rPr>
                        <a:t>Bottleneck in Unity development due to finalising framework.</a:t>
                      </a:r>
                    </a:p>
                  </a:txBody>
                  <a:tcPr/>
                </a:tc>
                <a:extLst>
                  <a:ext uri="{0D108BD9-81ED-4DB2-BD59-A6C34878D82A}">
                    <a16:rowId xmlns:a16="http://schemas.microsoft.com/office/drawing/2014/main" val="1503975060"/>
                  </a:ext>
                </a:extLst>
              </a:tr>
            </a:tbl>
          </a:graphicData>
        </a:graphic>
      </p:graphicFrame>
      <p:graphicFrame>
        <p:nvGraphicFramePr>
          <p:cNvPr id="7" name="Table 4">
            <a:extLst>
              <a:ext uri="{FF2B5EF4-FFF2-40B4-BE49-F238E27FC236}">
                <a16:creationId xmlns:a16="http://schemas.microsoft.com/office/drawing/2014/main" id="{51E91280-15D2-4B98-840A-4EC77CC5BACA}"/>
              </a:ext>
            </a:extLst>
          </p:cNvPr>
          <p:cNvGraphicFramePr>
            <a:graphicFrameLocks noGrp="1"/>
          </p:cNvGraphicFramePr>
          <p:nvPr>
            <p:extLst>
              <p:ext uri="{D42A27DB-BD31-4B8C-83A1-F6EECF244321}">
                <p14:modId xmlns:p14="http://schemas.microsoft.com/office/powerpoint/2010/main" val="1808898906"/>
              </p:ext>
            </p:extLst>
          </p:nvPr>
        </p:nvGraphicFramePr>
        <p:xfrm>
          <a:off x="1147873" y="8954965"/>
          <a:ext cx="20517488" cy="3408484"/>
        </p:xfrm>
        <a:graphic>
          <a:graphicData uri="http://schemas.openxmlformats.org/drawingml/2006/table">
            <a:tbl>
              <a:tblPr firstRow="1" bandRow="1">
                <a:tableStyleId>{5C22544A-7EE6-4342-B048-85BDC9FD1C3A}</a:tableStyleId>
              </a:tblPr>
              <a:tblGrid>
                <a:gridCol w="7728438">
                  <a:extLst>
                    <a:ext uri="{9D8B030D-6E8A-4147-A177-3AD203B41FA5}">
                      <a16:colId xmlns:a16="http://schemas.microsoft.com/office/drawing/2014/main" val="556110024"/>
                    </a:ext>
                  </a:extLst>
                </a:gridCol>
                <a:gridCol w="5949887">
                  <a:extLst>
                    <a:ext uri="{9D8B030D-6E8A-4147-A177-3AD203B41FA5}">
                      <a16:colId xmlns:a16="http://schemas.microsoft.com/office/drawing/2014/main" val="258625566"/>
                    </a:ext>
                  </a:extLst>
                </a:gridCol>
                <a:gridCol w="6839163">
                  <a:extLst>
                    <a:ext uri="{9D8B030D-6E8A-4147-A177-3AD203B41FA5}">
                      <a16:colId xmlns:a16="http://schemas.microsoft.com/office/drawing/2014/main" val="1796341335"/>
                    </a:ext>
                  </a:extLst>
                </a:gridCol>
              </a:tblGrid>
              <a:tr h="817684">
                <a:tc>
                  <a:txBody>
                    <a:bodyPr/>
                    <a:lstStyle/>
                    <a:p>
                      <a:pPr lvl="0">
                        <a:buNone/>
                      </a:pPr>
                      <a:r>
                        <a:rPr lang="en-US" sz="3500"/>
                        <a:t>Good </a:t>
                      </a:r>
                      <a:endParaRPr lang="en-US"/>
                    </a:p>
                  </a:txBody>
                  <a:tcPr/>
                </a:tc>
                <a:tc>
                  <a:txBody>
                    <a:bodyPr/>
                    <a:lstStyle/>
                    <a:p>
                      <a:r>
                        <a:rPr lang="en-US" sz="3500"/>
                        <a:t>Average</a:t>
                      </a:r>
                    </a:p>
                  </a:txBody>
                  <a:tcPr/>
                </a:tc>
                <a:tc>
                  <a:txBody>
                    <a:bodyPr/>
                    <a:lstStyle/>
                    <a:p>
                      <a:r>
                        <a:rPr lang="en-US" sz="3500"/>
                        <a:t>Bad</a:t>
                      </a:r>
                    </a:p>
                  </a:txBody>
                  <a:tcPr/>
                </a:tc>
                <a:extLst>
                  <a:ext uri="{0D108BD9-81ED-4DB2-BD59-A6C34878D82A}">
                    <a16:rowId xmlns:a16="http://schemas.microsoft.com/office/drawing/2014/main" val="1710526807"/>
                  </a:ext>
                </a:extLst>
              </a:tr>
              <a:tr h="1216268">
                <a:tc>
                  <a:txBody>
                    <a:bodyPr/>
                    <a:lstStyle/>
                    <a:p>
                      <a:pPr marL="0" marR="0" lvl="0" indent="0" algn="l">
                        <a:lnSpc>
                          <a:spcPct val="100000"/>
                        </a:lnSpc>
                        <a:spcBef>
                          <a:spcPts val="0"/>
                        </a:spcBef>
                        <a:spcAft>
                          <a:spcPts val="0"/>
                        </a:spcAft>
                        <a:buClr>
                          <a:srgbClr val="000000"/>
                        </a:buClr>
                        <a:buNone/>
                      </a:pPr>
                      <a:r>
                        <a:rPr lang="en-GB" sz="2500" b="0" i="0" u="none" strike="noStrike" noProof="0"/>
                        <a:t>Unity development and backend development is progressing at a good pace </a:t>
                      </a:r>
                      <a:endParaRPr lang="en-US" sz="2500" b="0" i="0" u="none" strike="noStrike" noProof="0"/>
                    </a:p>
                    <a:p>
                      <a:pPr marL="0" marR="0" lvl="0" indent="0" algn="l">
                        <a:lnSpc>
                          <a:spcPct val="100000"/>
                        </a:lnSpc>
                        <a:spcBef>
                          <a:spcPts val="0"/>
                        </a:spcBef>
                        <a:spcAft>
                          <a:spcPts val="0"/>
                        </a:spcAft>
                        <a:buNone/>
                      </a:pPr>
                      <a:endParaRPr lang="en-GB" sz="2500" b="0" i="0" u="none" strike="noStrike" noProof="0">
                        <a:latin typeface="Arial"/>
                      </a:endParaRPr>
                    </a:p>
                    <a:p>
                      <a:pPr lvl="0">
                        <a:buNone/>
                      </a:pPr>
                      <a:endParaRPr lang="en-US"/>
                    </a:p>
                  </a:txBody>
                  <a:tcPr/>
                </a:tc>
                <a:tc>
                  <a:txBody>
                    <a:bodyPr/>
                    <a:lstStyle/>
                    <a:p>
                      <a:pPr marL="685800" marR="0" lvl="0" indent="-685800" algn="l">
                        <a:lnSpc>
                          <a:spcPct val="100000"/>
                        </a:lnSpc>
                        <a:spcBef>
                          <a:spcPts val="0"/>
                        </a:spcBef>
                        <a:spcAft>
                          <a:spcPts val="0"/>
                        </a:spcAft>
                        <a:buClr>
                          <a:srgbClr val="000000"/>
                        </a:buClr>
                        <a:buFont typeface="Arial,Sans-Serif"/>
                        <a:buChar char="•"/>
                      </a:pPr>
                      <a:r>
                        <a:rPr lang="en-GB" sz="3000" b="0" i="0" u="none" strike="noStrike" noProof="0"/>
                        <a:t>Much confusion about the structure of the training modules/courses/tasks </a:t>
                      </a:r>
                      <a:endParaRPr lang="en-US" sz="3000" b="0" i="0" u="none" strike="noStrike" noProof="0"/>
                    </a:p>
                    <a:p>
                      <a:pPr marL="685800" marR="0" lvl="0" indent="-685800" algn="l">
                        <a:lnSpc>
                          <a:spcPct val="100000"/>
                        </a:lnSpc>
                        <a:spcBef>
                          <a:spcPts val="0"/>
                        </a:spcBef>
                        <a:spcAft>
                          <a:spcPts val="0"/>
                        </a:spcAft>
                        <a:buClr>
                          <a:srgbClr val="000000"/>
                        </a:buClr>
                        <a:buFont typeface="Arial,Sans-Serif"/>
                        <a:buChar char="•"/>
                      </a:pPr>
                      <a:r>
                        <a:rPr lang="en-GB" sz="3000" b="0" i="0" u="none" strike="noStrike" noProof="0"/>
                        <a:t>Frontend development is behind schedule </a:t>
                      </a:r>
                      <a:endParaRPr lang="en-US"/>
                    </a:p>
                    <a:p>
                      <a:pPr lvl="0">
                        <a:buNone/>
                      </a:pPr>
                      <a:endParaRPr lang="en-US"/>
                    </a:p>
                  </a:txBody>
                  <a:tcPr/>
                </a:tc>
                <a:tc>
                  <a:txBody>
                    <a:bodyPr/>
                    <a:lstStyle/>
                    <a:p>
                      <a:pPr marL="685800" marR="0" lvl="0" indent="-685800" algn="l">
                        <a:lnSpc>
                          <a:spcPct val="100000"/>
                        </a:lnSpc>
                        <a:spcBef>
                          <a:spcPts val="0"/>
                        </a:spcBef>
                        <a:spcAft>
                          <a:spcPts val="0"/>
                        </a:spcAft>
                        <a:buClr>
                          <a:srgbClr val="000000"/>
                        </a:buClr>
                        <a:buFont typeface="Arial,Sans-Serif"/>
                        <a:buChar char="•"/>
                      </a:pPr>
                      <a:r>
                        <a:rPr lang="en-GB" sz="3000" b="0" i="0" u="none" strike="noStrike" noProof="0"/>
                        <a:t>Sprints were not planned well and many new tasks are being introduced and not being updated in the charter </a:t>
                      </a:r>
                      <a:endParaRPr lang="en-US" sz="3000" b="0" i="0" u="none" strike="noStrike" noProof="0"/>
                    </a:p>
                    <a:p>
                      <a:pPr marL="0" marR="0" lvl="0" indent="0" algn="l">
                        <a:lnSpc>
                          <a:spcPct val="100000"/>
                        </a:lnSpc>
                        <a:spcBef>
                          <a:spcPts val="0"/>
                        </a:spcBef>
                        <a:spcAft>
                          <a:spcPts val="0"/>
                        </a:spcAft>
                        <a:buClr>
                          <a:srgbClr val="000000"/>
                        </a:buClr>
                        <a:buNone/>
                      </a:pPr>
                      <a:endParaRPr lang="en-GB" sz="3000" b="0" i="0" u="none" strike="noStrike" noProof="0">
                        <a:latin typeface="Arial"/>
                      </a:endParaRPr>
                    </a:p>
                  </a:txBody>
                  <a:tcPr/>
                </a:tc>
                <a:extLst>
                  <a:ext uri="{0D108BD9-81ED-4DB2-BD59-A6C34878D82A}">
                    <a16:rowId xmlns:a16="http://schemas.microsoft.com/office/drawing/2014/main" val="1503975060"/>
                  </a:ext>
                </a:extLst>
              </a:tr>
            </a:tbl>
          </a:graphicData>
        </a:graphic>
      </p:graphicFrame>
      <p:sp>
        <p:nvSpPr>
          <p:cNvPr id="9" name="TextBox 8">
            <a:extLst>
              <a:ext uri="{FF2B5EF4-FFF2-40B4-BE49-F238E27FC236}">
                <a16:creationId xmlns:a16="http://schemas.microsoft.com/office/drawing/2014/main" id="{E1479308-8143-4D81-895A-E17CAC33B7C7}"/>
              </a:ext>
            </a:extLst>
          </p:cNvPr>
          <p:cNvSpPr txBox="1"/>
          <p:nvPr/>
        </p:nvSpPr>
        <p:spPr>
          <a:xfrm>
            <a:off x="1108861" y="8159263"/>
            <a:ext cx="2743200" cy="70788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4000" b="1"/>
              <a:t>Sprint 2​</a:t>
            </a:r>
            <a:r>
              <a:rPr lang="en-US" sz="4000" b="1"/>
              <a:t>​</a:t>
            </a:r>
          </a:p>
        </p:txBody>
      </p:sp>
      <p:sp>
        <p:nvSpPr>
          <p:cNvPr id="10" name="TextBox 9">
            <a:extLst>
              <a:ext uri="{FF2B5EF4-FFF2-40B4-BE49-F238E27FC236}">
                <a16:creationId xmlns:a16="http://schemas.microsoft.com/office/drawing/2014/main" id="{CFED3D89-6BDA-4A32-85CB-88F660B87F0A}"/>
              </a:ext>
            </a:extLst>
          </p:cNvPr>
          <p:cNvSpPr txBox="1"/>
          <p:nvPr/>
        </p:nvSpPr>
        <p:spPr>
          <a:xfrm>
            <a:off x="1240801" y="6207369"/>
            <a:ext cx="2743200"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endParaRPr lang="en-GB" b="1"/>
          </a:p>
        </p:txBody>
      </p:sp>
      <p:sp>
        <p:nvSpPr>
          <p:cNvPr id="11" name="TextBox 10">
            <a:extLst>
              <a:ext uri="{FF2B5EF4-FFF2-40B4-BE49-F238E27FC236}">
                <a16:creationId xmlns:a16="http://schemas.microsoft.com/office/drawing/2014/main" id="{6655EB88-9F71-4B18-83D5-D6486A20967C}"/>
              </a:ext>
            </a:extLst>
          </p:cNvPr>
          <p:cNvSpPr txBox="1"/>
          <p:nvPr/>
        </p:nvSpPr>
        <p:spPr>
          <a:xfrm>
            <a:off x="1346353" y="3767504"/>
            <a:ext cx="2743200" cy="70788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4000" b="1"/>
              <a:t>Sprint 1​</a:t>
            </a:r>
            <a:r>
              <a:rPr lang="en-US" sz="4000"/>
              <a:t>​​</a:t>
            </a:r>
          </a:p>
        </p:txBody>
      </p:sp>
      <p:sp>
        <p:nvSpPr>
          <p:cNvPr id="15" name="Title 1">
            <a:extLst>
              <a:ext uri="{FF2B5EF4-FFF2-40B4-BE49-F238E27FC236}">
                <a16:creationId xmlns:a16="http://schemas.microsoft.com/office/drawing/2014/main" id="{A028A537-C8FC-49DD-92FF-968A978C058C}"/>
              </a:ext>
            </a:extLst>
          </p:cNvPr>
          <p:cNvSpPr txBox="1">
            <a:spLocks/>
          </p:cNvSpPr>
          <p:nvPr/>
        </p:nvSpPr>
        <p:spPr>
          <a:xfrm>
            <a:off x="1238617" y="1755901"/>
            <a:ext cx="15630120" cy="2438022"/>
          </a:xfrm>
          <a:prstGeom prst="rect">
            <a:avLst/>
          </a:prstGeom>
          <a:noFill/>
          <a:ln>
            <a:noFill/>
          </a:ln>
        </p:spPr>
        <p:txBody>
          <a:bodyPr spcFirstLastPara="1" wrap="square" lIns="91425" tIns="91425" rIns="91425" bIns="91425" anchor="t" anchorCtr="0"/>
          <a:lstStyle>
            <a:defPPr marR="0" lvl="0" algn="l" rtl="0">
              <a:lnSpc>
                <a:spcPct val="100000"/>
              </a:lnSpc>
              <a:spcBef>
                <a:spcPts val="0"/>
              </a:spcBef>
              <a:spcAft>
                <a:spcPts val="0"/>
              </a:spcAft>
            </a:defPPr>
            <a:lvl1pPr marR="0" lvl="0" algn="l" rtl="0">
              <a:lnSpc>
                <a:spcPct val="110000"/>
              </a:lnSpc>
              <a:spcBef>
                <a:spcPts val="0"/>
              </a:spcBef>
              <a:spcAft>
                <a:spcPts val="0"/>
              </a:spcAft>
              <a:buClr>
                <a:schemeClr val="accent1"/>
              </a:buClr>
              <a:buSzPts val="6000"/>
              <a:buFont typeface="Arial"/>
              <a:buNone/>
              <a:defRPr sz="6000" b="0" i="0" u="none" strike="noStrike" cap="none">
                <a:solidFill>
                  <a:schemeClr val="accent1"/>
                </a:solidFill>
                <a:latin typeface="Arial"/>
                <a:ea typeface="Arial"/>
                <a:cs typeface="Arial"/>
                <a:sym typeface="Arial"/>
              </a:defRPr>
            </a:lvl1pPr>
            <a:lvl2pPr marR="0" lvl="1" algn="l" rtl="0">
              <a:lnSpc>
                <a:spcPct val="104000"/>
              </a:lnSpc>
              <a:spcBef>
                <a:spcPts val="0"/>
              </a:spcBef>
              <a:spcAft>
                <a:spcPts val="0"/>
              </a:spcAft>
              <a:buClr>
                <a:srgbClr val="FEFEFE"/>
              </a:buClr>
              <a:buSzPts val="10000"/>
              <a:buFont typeface="Arial"/>
              <a:buNone/>
              <a:defRPr sz="10000" b="0" i="0" u="none" strike="noStrike" cap="none">
                <a:solidFill>
                  <a:srgbClr val="FEFEFE"/>
                </a:solidFill>
                <a:latin typeface="Arial"/>
                <a:ea typeface="Arial"/>
                <a:cs typeface="Arial"/>
                <a:sym typeface="Arial"/>
              </a:defRPr>
            </a:lvl2pPr>
            <a:lvl3pPr marR="0" lvl="2" algn="l" rtl="0">
              <a:lnSpc>
                <a:spcPct val="104000"/>
              </a:lnSpc>
              <a:spcBef>
                <a:spcPts val="0"/>
              </a:spcBef>
              <a:spcAft>
                <a:spcPts val="0"/>
              </a:spcAft>
              <a:buClr>
                <a:srgbClr val="FEFEFE"/>
              </a:buClr>
              <a:buSzPts val="10000"/>
              <a:buFont typeface="Arial"/>
              <a:buNone/>
              <a:defRPr sz="10000" b="0" i="0" u="none" strike="noStrike" cap="none">
                <a:solidFill>
                  <a:srgbClr val="FEFEFE"/>
                </a:solidFill>
                <a:latin typeface="Arial"/>
                <a:ea typeface="Arial"/>
                <a:cs typeface="Arial"/>
                <a:sym typeface="Arial"/>
              </a:defRPr>
            </a:lvl3pPr>
            <a:lvl4pPr marR="0" lvl="3" algn="l" rtl="0">
              <a:lnSpc>
                <a:spcPct val="104000"/>
              </a:lnSpc>
              <a:spcBef>
                <a:spcPts val="0"/>
              </a:spcBef>
              <a:spcAft>
                <a:spcPts val="0"/>
              </a:spcAft>
              <a:buClr>
                <a:srgbClr val="FEFEFE"/>
              </a:buClr>
              <a:buSzPts val="10000"/>
              <a:buFont typeface="Arial"/>
              <a:buNone/>
              <a:defRPr sz="10000" b="0" i="0" u="none" strike="noStrike" cap="none">
                <a:solidFill>
                  <a:srgbClr val="FEFEFE"/>
                </a:solidFill>
                <a:latin typeface="Arial"/>
                <a:ea typeface="Arial"/>
                <a:cs typeface="Arial"/>
                <a:sym typeface="Arial"/>
              </a:defRPr>
            </a:lvl4pPr>
            <a:lvl5pPr marR="0" lvl="4" algn="l" rtl="0">
              <a:lnSpc>
                <a:spcPct val="104000"/>
              </a:lnSpc>
              <a:spcBef>
                <a:spcPts val="0"/>
              </a:spcBef>
              <a:spcAft>
                <a:spcPts val="0"/>
              </a:spcAft>
              <a:buClr>
                <a:srgbClr val="FEFEFE"/>
              </a:buClr>
              <a:buSzPts val="10000"/>
              <a:buFont typeface="Arial"/>
              <a:buNone/>
              <a:defRPr sz="10000" b="0" i="0" u="none" strike="noStrike" cap="none">
                <a:solidFill>
                  <a:srgbClr val="FEFEFE"/>
                </a:solidFill>
                <a:latin typeface="Arial"/>
                <a:ea typeface="Arial"/>
                <a:cs typeface="Arial"/>
                <a:sym typeface="Arial"/>
              </a:defRPr>
            </a:lvl5pPr>
            <a:lvl6pPr marR="0" lvl="5" algn="l" rtl="0">
              <a:lnSpc>
                <a:spcPct val="104000"/>
              </a:lnSpc>
              <a:spcBef>
                <a:spcPts val="0"/>
              </a:spcBef>
              <a:spcAft>
                <a:spcPts val="0"/>
              </a:spcAft>
              <a:buClr>
                <a:srgbClr val="FEFEFE"/>
              </a:buClr>
              <a:buSzPts val="10000"/>
              <a:buFont typeface="Arial"/>
              <a:buNone/>
              <a:defRPr sz="10000" b="0" i="0" u="none" strike="noStrike" cap="none">
                <a:solidFill>
                  <a:srgbClr val="FEFEFE"/>
                </a:solidFill>
                <a:latin typeface="Arial"/>
                <a:ea typeface="Arial"/>
                <a:cs typeface="Arial"/>
                <a:sym typeface="Arial"/>
              </a:defRPr>
            </a:lvl6pPr>
            <a:lvl7pPr marR="0" lvl="6" algn="l" rtl="0">
              <a:lnSpc>
                <a:spcPct val="104000"/>
              </a:lnSpc>
              <a:spcBef>
                <a:spcPts val="0"/>
              </a:spcBef>
              <a:spcAft>
                <a:spcPts val="0"/>
              </a:spcAft>
              <a:buClr>
                <a:srgbClr val="FEFEFE"/>
              </a:buClr>
              <a:buSzPts val="10000"/>
              <a:buFont typeface="Arial"/>
              <a:buNone/>
              <a:defRPr sz="10000" b="0" i="0" u="none" strike="noStrike" cap="none">
                <a:solidFill>
                  <a:srgbClr val="FEFEFE"/>
                </a:solidFill>
                <a:latin typeface="Arial"/>
                <a:ea typeface="Arial"/>
                <a:cs typeface="Arial"/>
                <a:sym typeface="Arial"/>
              </a:defRPr>
            </a:lvl7pPr>
            <a:lvl8pPr marR="0" lvl="7" algn="l" rtl="0">
              <a:lnSpc>
                <a:spcPct val="104000"/>
              </a:lnSpc>
              <a:spcBef>
                <a:spcPts val="0"/>
              </a:spcBef>
              <a:spcAft>
                <a:spcPts val="0"/>
              </a:spcAft>
              <a:buClr>
                <a:srgbClr val="FEFEFE"/>
              </a:buClr>
              <a:buSzPts val="10000"/>
              <a:buFont typeface="Arial"/>
              <a:buNone/>
              <a:defRPr sz="10000" b="0" i="0" u="none" strike="noStrike" cap="none">
                <a:solidFill>
                  <a:srgbClr val="FEFEFE"/>
                </a:solidFill>
                <a:latin typeface="Arial"/>
                <a:ea typeface="Arial"/>
                <a:cs typeface="Arial"/>
                <a:sym typeface="Arial"/>
              </a:defRPr>
            </a:lvl8pPr>
            <a:lvl9pPr marR="0" lvl="8" algn="l" rtl="0">
              <a:lnSpc>
                <a:spcPct val="104000"/>
              </a:lnSpc>
              <a:spcBef>
                <a:spcPts val="0"/>
              </a:spcBef>
              <a:spcAft>
                <a:spcPts val="0"/>
              </a:spcAft>
              <a:buClr>
                <a:srgbClr val="FEFEFE"/>
              </a:buClr>
              <a:buSzPts val="10000"/>
              <a:buFont typeface="Arial"/>
              <a:buNone/>
              <a:defRPr sz="10000" b="0" i="0" u="none" strike="noStrike" cap="none">
                <a:solidFill>
                  <a:srgbClr val="FEFEFE"/>
                </a:solidFill>
                <a:latin typeface="Arial"/>
                <a:ea typeface="Arial"/>
                <a:cs typeface="Arial"/>
                <a:sym typeface="Arial"/>
              </a:defRPr>
            </a:lvl9pPr>
          </a:lstStyle>
          <a:p>
            <a:r>
              <a:rPr lang="en-AU" b="1"/>
              <a:t>Teamwork/Management Review</a:t>
            </a:r>
            <a:endParaRPr lang="en-US"/>
          </a:p>
          <a:p>
            <a:endParaRPr lang="en-AU"/>
          </a:p>
          <a:p>
            <a:endParaRPr lang="en-AU" b="1"/>
          </a:p>
        </p:txBody>
      </p:sp>
    </p:spTree>
    <p:extLst>
      <p:ext uri="{BB962C8B-B14F-4D97-AF65-F5344CB8AC3E}">
        <p14:creationId xmlns:p14="http://schemas.microsoft.com/office/powerpoint/2010/main" val="46093957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38617" y="1755901"/>
            <a:ext cx="15630120" cy="2438022"/>
          </a:xfrm>
        </p:spPr>
        <p:txBody>
          <a:bodyPr/>
          <a:lstStyle/>
          <a:p>
            <a:r>
              <a:rPr lang="en-AU" b="1"/>
              <a:t>Teamwork/Management Review</a:t>
            </a:r>
            <a:endParaRPr lang="en-US"/>
          </a:p>
          <a:p>
            <a:endParaRPr lang="en-AU"/>
          </a:p>
          <a:p>
            <a:endParaRPr lang="en-AU"/>
          </a:p>
          <a:p>
            <a:endParaRPr lang="en-AU" b="1"/>
          </a:p>
          <a:p>
            <a:endParaRPr lang="en-AU"/>
          </a:p>
          <a:p>
            <a:endParaRPr lang="en-AU" b="1"/>
          </a:p>
        </p:txBody>
      </p:sp>
      <p:graphicFrame>
        <p:nvGraphicFramePr>
          <p:cNvPr id="8" name="Table 4">
            <a:extLst>
              <a:ext uri="{FF2B5EF4-FFF2-40B4-BE49-F238E27FC236}">
                <a16:creationId xmlns:a16="http://schemas.microsoft.com/office/drawing/2014/main" id="{2653D6A6-6123-47A9-B353-520721249623}"/>
              </a:ext>
            </a:extLst>
          </p:cNvPr>
          <p:cNvGraphicFramePr>
            <a:graphicFrameLocks noGrp="1"/>
          </p:cNvGraphicFramePr>
          <p:nvPr>
            <p:extLst>
              <p:ext uri="{D42A27DB-BD31-4B8C-83A1-F6EECF244321}">
                <p14:modId xmlns:p14="http://schemas.microsoft.com/office/powerpoint/2010/main" val="392734450"/>
              </p:ext>
            </p:extLst>
          </p:nvPr>
        </p:nvGraphicFramePr>
        <p:xfrm>
          <a:off x="1424945" y="5143499"/>
          <a:ext cx="20517487" cy="2608384"/>
        </p:xfrm>
        <a:graphic>
          <a:graphicData uri="http://schemas.openxmlformats.org/drawingml/2006/table">
            <a:tbl>
              <a:tblPr firstRow="1" bandRow="1">
                <a:tableStyleId>{5C22544A-7EE6-4342-B048-85BDC9FD1C3A}</a:tableStyleId>
              </a:tblPr>
              <a:tblGrid>
                <a:gridCol w="7754815">
                  <a:extLst>
                    <a:ext uri="{9D8B030D-6E8A-4147-A177-3AD203B41FA5}">
                      <a16:colId xmlns:a16="http://schemas.microsoft.com/office/drawing/2014/main" val="556110024"/>
                    </a:ext>
                  </a:extLst>
                </a:gridCol>
                <a:gridCol w="5923509">
                  <a:extLst>
                    <a:ext uri="{9D8B030D-6E8A-4147-A177-3AD203B41FA5}">
                      <a16:colId xmlns:a16="http://schemas.microsoft.com/office/drawing/2014/main" val="258625566"/>
                    </a:ext>
                  </a:extLst>
                </a:gridCol>
                <a:gridCol w="6839163">
                  <a:extLst>
                    <a:ext uri="{9D8B030D-6E8A-4147-A177-3AD203B41FA5}">
                      <a16:colId xmlns:a16="http://schemas.microsoft.com/office/drawing/2014/main" val="1796341335"/>
                    </a:ext>
                  </a:extLst>
                </a:gridCol>
              </a:tblGrid>
              <a:tr h="1160584">
                <a:tc>
                  <a:txBody>
                    <a:bodyPr/>
                    <a:lstStyle/>
                    <a:p>
                      <a:r>
                        <a:rPr lang="en-US" sz="3500"/>
                        <a:t>Good </a:t>
                      </a:r>
                    </a:p>
                  </a:txBody>
                  <a:tcPr/>
                </a:tc>
                <a:tc>
                  <a:txBody>
                    <a:bodyPr/>
                    <a:lstStyle/>
                    <a:p>
                      <a:r>
                        <a:rPr lang="en-US" sz="3500"/>
                        <a:t>Average</a:t>
                      </a:r>
                    </a:p>
                  </a:txBody>
                  <a:tcPr/>
                </a:tc>
                <a:tc>
                  <a:txBody>
                    <a:bodyPr/>
                    <a:lstStyle/>
                    <a:p>
                      <a:r>
                        <a:rPr lang="en-US" sz="3500"/>
                        <a:t>Bad</a:t>
                      </a:r>
                    </a:p>
                  </a:txBody>
                  <a:tcPr/>
                </a:tc>
                <a:extLst>
                  <a:ext uri="{0D108BD9-81ED-4DB2-BD59-A6C34878D82A}">
                    <a16:rowId xmlns:a16="http://schemas.microsoft.com/office/drawing/2014/main" val="1710526807"/>
                  </a:ext>
                </a:extLst>
              </a:tr>
              <a:tr h="1216268">
                <a:tc>
                  <a:txBody>
                    <a:bodyPr/>
                    <a:lstStyle/>
                    <a:p>
                      <a:pPr marL="0" marR="0" lvl="0" indent="0" algn="l">
                        <a:lnSpc>
                          <a:spcPct val="100000"/>
                        </a:lnSpc>
                        <a:spcBef>
                          <a:spcPts val="0"/>
                        </a:spcBef>
                        <a:spcAft>
                          <a:spcPts val="0"/>
                        </a:spcAft>
                        <a:buClr>
                          <a:srgbClr val="000000"/>
                        </a:buClr>
                        <a:buNone/>
                      </a:pPr>
                      <a:r>
                        <a:rPr lang="en-GB" sz="2500" b="0" i="0" u="none" strike="noStrike" noProof="0"/>
                        <a:t>A lot of development progress is seen, and components are being integrated </a:t>
                      </a:r>
                      <a:endParaRPr lang="en-US" sz="2500" b="0" i="0" u="none" strike="noStrike" noProof="0"/>
                    </a:p>
                    <a:p>
                      <a:pPr marL="0" marR="0" lvl="0" indent="0" algn="l">
                        <a:lnSpc>
                          <a:spcPct val="100000"/>
                        </a:lnSpc>
                        <a:spcBef>
                          <a:spcPts val="0"/>
                        </a:spcBef>
                        <a:spcAft>
                          <a:spcPts val="0"/>
                        </a:spcAft>
                        <a:buNone/>
                      </a:pPr>
                      <a:endParaRPr lang="en-GB" sz="2500" b="0" i="0" u="none" strike="noStrike" noProof="0">
                        <a:latin typeface="Arial"/>
                      </a:endParaRPr>
                    </a:p>
                    <a:p>
                      <a:pPr lvl="0">
                        <a:buNone/>
                      </a:pPr>
                      <a:endParaRPr lang="en-US"/>
                    </a:p>
                  </a:txBody>
                  <a:tcPr/>
                </a:tc>
                <a:tc>
                  <a:txBody>
                    <a:bodyPr/>
                    <a:lstStyle/>
                    <a:p>
                      <a:pPr marL="0" marR="0" lvl="0" indent="0" algn="l">
                        <a:lnSpc>
                          <a:spcPct val="100000"/>
                        </a:lnSpc>
                        <a:spcBef>
                          <a:spcPts val="0"/>
                        </a:spcBef>
                        <a:spcAft>
                          <a:spcPts val="0"/>
                        </a:spcAft>
                        <a:buClr>
                          <a:srgbClr val="000000"/>
                        </a:buClr>
                        <a:buNone/>
                      </a:pPr>
                      <a:r>
                        <a:rPr lang="en-GB" sz="3000" b="0" i="0" u="none" strike="noStrike" noProof="0"/>
                        <a:t>Many issues with integration </a:t>
                      </a:r>
                      <a:endParaRPr lang="en-US" sz="3000" b="0" i="0" u="none" strike="noStrike" noProof="0"/>
                    </a:p>
                    <a:p>
                      <a:pPr marL="0" marR="0" lvl="0" indent="0" algn="l">
                        <a:lnSpc>
                          <a:spcPct val="100000"/>
                        </a:lnSpc>
                        <a:spcBef>
                          <a:spcPts val="0"/>
                        </a:spcBef>
                        <a:spcAft>
                          <a:spcPts val="0"/>
                        </a:spcAft>
                        <a:buNone/>
                      </a:pPr>
                      <a:endParaRPr lang="en-GB" sz="3000" b="0" i="0" u="none" strike="noStrike" noProof="0">
                        <a:latin typeface="Arial"/>
                      </a:endParaRPr>
                    </a:p>
                    <a:p>
                      <a:pPr lvl="0">
                        <a:buNone/>
                      </a:pPr>
                      <a:endParaRPr lang="en-US"/>
                    </a:p>
                  </a:txBody>
                  <a:tcPr/>
                </a:tc>
                <a:tc>
                  <a:txBody>
                    <a:bodyPr/>
                    <a:lstStyle/>
                    <a:p>
                      <a:pPr marL="0" marR="0" lvl="0" indent="0" algn="l">
                        <a:lnSpc>
                          <a:spcPct val="100000"/>
                        </a:lnSpc>
                        <a:spcBef>
                          <a:spcPts val="0"/>
                        </a:spcBef>
                        <a:spcAft>
                          <a:spcPts val="0"/>
                        </a:spcAft>
                        <a:buClr>
                          <a:srgbClr val="000000"/>
                        </a:buClr>
                        <a:buNone/>
                      </a:pPr>
                      <a:r>
                        <a:rPr lang="en-GB" sz="3000" b="0" i="0" u="none" strike="noStrike" noProof="0">
                          <a:latin typeface="Arial"/>
                        </a:rPr>
                        <a:t>Bugs in web application - frontend</a:t>
                      </a:r>
                    </a:p>
                    <a:p>
                      <a:pPr marL="0" marR="0" lvl="0" indent="0" algn="l">
                        <a:lnSpc>
                          <a:spcPct val="100000"/>
                        </a:lnSpc>
                        <a:spcBef>
                          <a:spcPts val="0"/>
                        </a:spcBef>
                        <a:spcAft>
                          <a:spcPts val="0"/>
                        </a:spcAft>
                        <a:buNone/>
                      </a:pPr>
                      <a:endParaRPr lang="en-GB" sz="3000" b="0" i="0" u="none" strike="noStrike" noProof="0">
                        <a:latin typeface="Arial"/>
                      </a:endParaRPr>
                    </a:p>
                  </a:txBody>
                  <a:tcPr/>
                </a:tc>
                <a:extLst>
                  <a:ext uri="{0D108BD9-81ED-4DB2-BD59-A6C34878D82A}">
                    <a16:rowId xmlns:a16="http://schemas.microsoft.com/office/drawing/2014/main" val="1503975060"/>
                  </a:ext>
                </a:extLst>
              </a:tr>
            </a:tbl>
          </a:graphicData>
        </a:graphic>
      </p:graphicFrame>
      <p:sp>
        <p:nvSpPr>
          <p:cNvPr id="9" name="TextBox 8">
            <a:extLst>
              <a:ext uri="{FF2B5EF4-FFF2-40B4-BE49-F238E27FC236}">
                <a16:creationId xmlns:a16="http://schemas.microsoft.com/office/drawing/2014/main" id="{E1479308-8143-4D81-895A-E17CAC33B7C7}"/>
              </a:ext>
            </a:extLst>
          </p:cNvPr>
          <p:cNvSpPr txBox="1"/>
          <p:nvPr/>
        </p:nvSpPr>
        <p:spPr>
          <a:xfrm>
            <a:off x="10819606" y="6629400"/>
            <a:ext cx="2743200"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endParaRPr lang="en-US"/>
          </a:p>
        </p:txBody>
      </p:sp>
      <p:sp>
        <p:nvSpPr>
          <p:cNvPr id="4" name="TextBox 3">
            <a:extLst>
              <a:ext uri="{FF2B5EF4-FFF2-40B4-BE49-F238E27FC236}">
                <a16:creationId xmlns:a16="http://schemas.microsoft.com/office/drawing/2014/main" id="{F0046817-77C1-48D0-AC85-2912111B48A5}"/>
              </a:ext>
            </a:extLst>
          </p:cNvPr>
          <p:cNvSpPr txBox="1"/>
          <p:nvPr/>
        </p:nvSpPr>
        <p:spPr>
          <a:xfrm>
            <a:off x="1504680" y="3978520"/>
            <a:ext cx="2743200" cy="70788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4000" b="1"/>
              <a:t>Sprint ​</a:t>
            </a:r>
            <a:r>
              <a:rPr lang="en-US" sz="4000" b="1"/>
              <a:t>​​3</a:t>
            </a:r>
          </a:p>
        </p:txBody>
      </p:sp>
    </p:spTree>
    <p:extLst>
      <p:ext uri="{BB962C8B-B14F-4D97-AF65-F5344CB8AC3E}">
        <p14:creationId xmlns:p14="http://schemas.microsoft.com/office/powerpoint/2010/main" val="75000498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08D240-FA98-4B27-A887-AA5EBD73E294}"/>
              </a:ext>
            </a:extLst>
          </p:cNvPr>
          <p:cNvSpPr>
            <a:spLocks noGrp="1"/>
          </p:cNvSpPr>
          <p:nvPr>
            <p:ph type="title"/>
          </p:nvPr>
        </p:nvSpPr>
        <p:spPr>
          <a:xfrm>
            <a:off x="1345915" y="2411885"/>
            <a:ext cx="14806537" cy="1084863"/>
          </a:xfrm>
        </p:spPr>
        <p:txBody>
          <a:bodyPr/>
          <a:lstStyle/>
          <a:p>
            <a:r>
              <a:rPr lang="en-AU" b="1"/>
              <a:t>Project Timeline / Achievement Review</a:t>
            </a:r>
            <a:endParaRPr lang="en-GB"/>
          </a:p>
        </p:txBody>
      </p:sp>
      <p:sp>
        <p:nvSpPr>
          <p:cNvPr id="6" name="Rectangle 5">
            <a:extLst>
              <a:ext uri="{FF2B5EF4-FFF2-40B4-BE49-F238E27FC236}">
                <a16:creationId xmlns:a16="http://schemas.microsoft.com/office/drawing/2014/main" id="{416209BA-7619-49D2-8E7B-23BAE76790A4}"/>
              </a:ext>
            </a:extLst>
          </p:cNvPr>
          <p:cNvSpPr/>
          <p:nvPr/>
        </p:nvSpPr>
        <p:spPr>
          <a:xfrm>
            <a:off x="2002733" y="6576453"/>
            <a:ext cx="17975539" cy="65737"/>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TextBox 6">
            <a:extLst>
              <a:ext uri="{FF2B5EF4-FFF2-40B4-BE49-F238E27FC236}">
                <a16:creationId xmlns:a16="http://schemas.microsoft.com/office/drawing/2014/main" id="{EF29EAB9-4FC1-4E84-B704-83E78D932838}"/>
              </a:ext>
            </a:extLst>
          </p:cNvPr>
          <p:cNvSpPr txBox="1"/>
          <p:nvPr/>
        </p:nvSpPr>
        <p:spPr>
          <a:xfrm>
            <a:off x="5471072" y="6760908"/>
            <a:ext cx="244416" cy="31878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GB"/>
              <a:t>|</a:t>
            </a:r>
          </a:p>
        </p:txBody>
      </p:sp>
      <p:sp>
        <p:nvSpPr>
          <p:cNvPr id="8" name="TextBox 7">
            <a:extLst>
              <a:ext uri="{FF2B5EF4-FFF2-40B4-BE49-F238E27FC236}">
                <a16:creationId xmlns:a16="http://schemas.microsoft.com/office/drawing/2014/main" id="{94967E0F-8E9F-4D13-B0C7-8F861B067C8E}"/>
              </a:ext>
            </a:extLst>
          </p:cNvPr>
          <p:cNvSpPr txBox="1"/>
          <p:nvPr/>
        </p:nvSpPr>
        <p:spPr>
          <a:xfrm>
            <a:off x="10808209" y="6716939"/>
            <a:ext cx="244416" cy="31878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GB"/>
              <a:t>|</a:t>
            </a:r>
          </a:p>
        </p:txBody>
      </p:sp>
      <p:sp>
        <p:nvSpPr>
          <p:cNvPr id="9" name="TextBox 8">
            <a:extLst>
              <a:ext uri="{FF2B5EF4-FFF2-40B4-BE49-F238E27FC236}">
                <a16:creationId xmlns:a16="http://schemas.microsoft.com/office/drawing/2014/main" id="{531AA9C4-B475-4714-9965-C937435A38EA}"/>
              </a:ext>
            </a:extLst>
          </p:cNvPr>
          <p:cNvSpPr txBox="1"/>
          <p:nvPr/>
        </p:nvSpPr>
        <p:spPr>
          <a:xfrm>
            <a:off x="16354334" y="6716987"/>
            <a:ext cx="244416" cy="31878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GB"/>
              <a:t>|</a:t>
            </a:r>
          </a:p>
        </p:txBody>
      </p:sp>
      <p:sp>
        <p:nvSpPr>
          <p:cNvPr id="10" name="TextBox 9">
            <a:extLst>
              <a:ext uri="{FF2B5EF4-FFF2-40B4-BE49-F238E27FC236}">
                <a16:creationId xmlns:a16="http://schemas.microsoft.com/office/drawing/2014/main" id="{862D11ED-6F6E-47DD-A8F5-F80B9F0DE8E8}"/>
              </a:ext>
            </a:extLst>
          </p:cNvPr>
          <p:cNvSpPr txBox="1"/>
          <p:nvPr/>
        </p:nvSpPr>
        <p:spPr>
          <a:xfrm>
            <a:off x="4227429" y="7035836"/>
            <a:ext cx="2743200" cy="196977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28600" algn="ctr">
              <a:spcBef>
                <a:spcPts val="1200"/>
              </a:spcBef>
            </a:pPr>
            <a:r>
              <a:rPr lang="en-GB" sz="1800" b="1"/>
              <a:t>Sprint 1: Weeks 4-6</a:t>
            </a:r>
            <a:endParaRPr lang="en-US" sz="1800" b="1"/>
          </a:p>
          <a:p>
            <a:pPr marL="228600" algn="ctr">
              <a:spcBef>
                <a:spcPts val="1200"/>
              </a:spcBef>
            </a:pPr>
            <a:r>
              <a:rPr lang="en-GB" sz="1600"/>
              <a:t>Wireframes very nice</a:t>
            </a:r>
            <a:endParaRPr lang="en-US" sz="1600"/>
          </a:p>
          <a:p>
            <a:pPr marL="228600" algn="ctr">
              <a:spcBef>
                <a:spcPts val="1200"/>
              </a:spcBef>
            </a:pPr>
            <a:r>
              <a:rPr lang="en-GB" sz="1600"/>
              <a:t>Frontend skeleton done</a:t>
            </a:r>
            <a:endParaRPr lang="en-US" sz="1600"/>
          </a:p>
          <a:p>
            <a:pPr marL="228600" algn="ctr">
              <a:spcBef>
                <a:spcPts val="1200"/>
              </a:spcBef>
            </a:pPr>
            <a:r>
              <a:rPr lang="en-GB" sz="1600"/>
              <a:t>Backend skeleton DONE</a:t>
            </a:r>
            <a:endParaRPr lang="en-US" sz="1600"/>
          </a:p>
          <a:p>
            <a:pPr marL="228600" algn="ctr">
              <a:spcBef>
                <a:spcPts val="1200"/>
              </a:spcBef>
            </a:pPr>
            <a:r>
              <a:rPr lang="en-GB" sz="1600"/>
              <a:t>XR development started</a:t>
            </a:r>
          </a:p>
        </p:txBody>
      </p:sp>
      <p:sp>
        <p:nvSpPr>
          <p:cNvPr id="11" name="TextBox 10">
            <a:extLst>
              <a:ext uri="{FF2B5EF4-FFF2-40B4-BE49-F238E27FC236}">
                <a16:creationId xmlns:a16="http://schemas.microsoft.com/office/drawing/2014/main" id="{4DFD3AD0-ED1C-4EBC-A6BC-E1B7008BB3B2}"/>
              </a:ext>
            </a:extLst>
          </p:cNvPr>
          <p:cNvSpPr txBox="1"/>
          <p:nvPr/>
        </p:nvSpPr>
        <p:spPr>
          <a:xfrm>
            <a:off x="9256320" y="6969859"/>
            <a:ext cx="3458710" cy="276998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28600" algn="ctr">
              <a:spcBef>
                <a:spcPts val="1200"/>
              </a:spcBef>
            </a:pPr>
            <a:r>
              <a:rPr lang="en-GB" sz="2000" b="1"/>
              <a:t>Sprint 2: Weeks 7-9      </a:t>
            </a:r>
            <a:endParaRPr lang="en-US" sz="1800"/>
          </a:p>
          <a:p>
            <a:pPr marL="228600" algn="ctr">
              <a:spcBef>
                <a:spcPts val="1200"/>
              </a:spcBef>
            </a:pPr>
            <a:r>
              <a:rPr lang="en-GB" sz="1600"/>
              <a:t>Core backend endpoints finished</a:t>
            </a:r>
            <a:endParaRPr lang="en-US"/>
          </a:p>
          <a:p>
            <a:pPr algn="ctr"/>
            <a:endParaRPr lang="en-GB" sz="1600"/>
          </a:p>
          <a:p>
            <a:pPr algn="ctr"/>
            <a:r>
              <a:rPr lang="en-GB" sz="1600"/>
              <a:t>Frontend backend integration </a:t>
            </a:r>
            <a:endParaRPr lang="en-US"/>
          </a:p>
          <a:p>
            <a:pPr algn="ctr"/>
            <a:endParaRPr lang="en-GB" sz="1600"/>
          </a:p>
          <a:p>
            <a:pPr algn="ctr"/>
            <a:r>
              <a:rPr lang="en-GB" sz="1600"/>
              <a:t>Separation of pages into employee and supervisor side</a:t>
            </a:r>
            <a:endParaRPr lang="en-US"/>
          </a:p>
          <a:p>
            <a:pPr algn="ctr"/>
            <a:endParaRPr lang="en-GB" sz="1600"/>
          </a:p>
          <a:p>
            <a:pPr algn="ctr"/>
            <a:r>
              <a:rPr lang="en-GB" sz="1600"/>
              <a:t>Core behaviours and scene of XR scenario completed</a:t>
            </a:r>
            <a:endParaRPr lang="en-GB"/>
          </a:p>
        </p:txBody>
      </p:sp>
      <p:sp>
        <p:nvSpPr>
          <p:cNvPr id="12" name="TextBox 11">
            <a:extLst>
              <a:ext uri="{FF2B5EF4-FFF2-40B4-BE49-F238E27FC236}">
                <a16:creationId xmlns:a16="http://schemas.microsoft.com/office/drawing/2014/main" id="{82C880A3-5E0F-43BD-859D-31E1E1D85A2B}"/>
              </a:ext>
            </a:extLst>
          </p:cNvPr>
          <p:cNvSpPr txBox="1"/>
          <p:nvPr/>
        </p:nvSpPr>
        <p:spPr>
          <a:xfrm>
            <a:off x="15024599" y="6969859"/>
            <a:ext cx="2903885" cy="230832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28600" algn="ctr">
              <a:spcBef>
                <a:spcPts val="1200"/>
              </a:spcBef>
            </a:pPr>
            <a:r>
              <a:rPr lang="en-GB" sz="1800" b="1"/>
              <a:t>Sprint 3: Weeks 10-12</a:t>
            </a:r>
            <a:endParaRPr lang="en-US" sz="1800"/>
          </a:p>
          <a:p>
            <a:pPr marL="228600" algn="ctr">
              <a:spcBef>
                <a:spcPts val="1200"/>
              </a:spcBef>
            </a:pPr>
            <a:r>
              <a:rPr lang="en-GB" sz="1600"/>
              <a:t>Can launch into XR scenario from webapp</a:t>
            </a:r>
            <a:endParaRPr lang="en-US" sz="1600"/>
          </a:p>
          <a:p>
            <a:pPr marL="228600" algn="ctr">
              <a:spcBef>
                <a:spcPts val="1200"/>
              </a:spcBef>
            </a:pPr>
            <a:r>
              <a:rPr lang="en-GB" sz="1600"/>
              <a:t>XR scenario integration with backend</a:t>
            </a:r>
            <a:endParaRPr lang="en-US" sz="1600"/>
          </a:p>
          <a:p>
            <a:pPr marL="228600" algn="ctr">
              <a:spcBef>
                <a:spcPts val="1200"/>
              </a:spcBef>
            </a:pPr>
            <a:r>
              <a:rPr lang="en-GB" sz="1600"/>
              <a:t>Employees can view task progress on webapp</a:t>
            </a:r>
          </a:p>
        </p:txBody>
      </p:sp>
      <p:sp>
        <p:nvSpPr>
          <p:cNvPr id="14" name="Text Placeholder 13">
            <a:extLst>
              <a:ext uri="{FF2B5EF4-FFF2-40B4-BE49-F238E27FC236}">
                <a16:creationId xmlns:a16="http://schemas.microsoft.com/office/drawing/2014/main" id="{0FF0C2BF-FDC2-4AA6-9AC1-D7C3B7A2D681}"/>
              </a:ext>
            </a:extLst>
          </p:cNvPr>
          <p:cNvSpPr>
            <a:spLocks noGrp="1"/>
          </p:cNvSpPr>
          <p:nvPr>
            <p:ph type="body" idx="1"/>
          </p:nvPr>
        </p:nvSpPr>
        <p:spPr>
          <a:xfrm>
            <a:off x="411010" y="13995251"/>
            <a:ext cx="21861547" cy="8975349"/>
          </a:xfrm>
        </p:spPr>
        <p:txBody>
          <a:bodyPr/>
          <a:lstStyle/>
          <a:p>
            <a:endParaRPr lang="en-GB"/>
          </a:p>
        </p:txBody>
      </p:sp>
    </p:spTree>
    <p:extLst>
      <p:ext uri="{BB962C8B-B14F-4D97-AF65-F5344CB8AC3E}">
        <p14:creationId xmlns:p14="http://schemas.microsoft.com/office/powerpoint/2010/main" val="273399163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08D240-FA98-4B27-A887-AA5EBD73E294}"/>
              </a:ext>
            </a:extLst>
          </p:cNvPr>
          <p:cNvSpPr>
            <a:spLocks noGrp="1"/>
          </p:cNvSpPr>
          <p:nvPr>
            <p:ph type="title"/>
          </p:nvPr>
        </p:nvSpPr>
        <p:spPr/>
        <p:txBody>
          <a:bodyPr/>
          <a:lstStyle/>
          <a:p>
            <a:r>
              <a:rPr lang="en-GB"/>
              <a:t>Timeline Review</a:t>
            </a:r>
          </a:p>
        </p:txBody>
      </p:sp>
      <p:sp>
        <p:nvSpPr>
          <p:cNvPr id="3" name="Text Placeholder 2">
            <a:extLst>
              <a:ext uri="{FF2B5EF4-FFF2-40B4-BE49-F238E27FC236}">
                <a16:creationId xmlns:a16="http://schemas.microsoft.com/office/drawing/2014/main" id="{DBD11AA7-63F2-49D3-960D-8EF6D8920007}"/>
              </a:ext>
            </a:extLst>
          </p:cNvPr>
          <p:cNvSpPr>
            <a:spLocks noGrp="1"/>
          </p:cNvSpPr>
          <p:nvPr>
            <p:ph type="body" idx="1"/>
          </p:nvPr>
        </p:nvSpPr>
        <p:spPr/>
        <p:txBody>
          <a:bodyPr/>
          <a:lstStyle/>
          <a:p>
            <a:pPr marL="800100" indent="-571500">
              <a:buChar char="•"/>
            </a:pPr>
            <a:r>
              <a:rPr lang="en-GB"/>
              <a:t>Overall achievements followed sprint plans</a:t>
            </a:r>
            <a:endParaRPr lang="en-US"/>
          </a:p>
          <a:p>
            <a:pPr marL="800100" indent="-571500">
              <a:buChar char="•"/>
            </a:pPr>
            <a:r>
              <a:rPr lang="en-GB"/>
              <a:t>Some frontend tasks were pushed back a sprint</a:t>
            </a:r>
          </a:p>
          <a:p>
            <a:pPr marL="800100" indent="-571500">
              <a:buChar char="•"/>
            </a:pPr>
            <a:r>
              <a:rPr lang="en-GB"/>
              <a:t>Some extra unplanned features were added in later</a:t>
            </a:r>
          </a:p>
          <a:p>
            <a:pPr marL="800100" indent="-571500">
              <a:buChar char="•"/>
            </a:pPr>
            <a:r>
              <a:rPr lang="en-GB"/>
              <a:t>To prevent this in the future:</a:t>
            </a:r>
          </a:p>
          <a:p>
            <a:pPr marL="1714500" lvl="2">
              <a:buChar char="•"/>
            </a:pPr>
            <a:r>
              <a:rPr lang="en-GB"/>
              <a:t>More strict deadlines</a:t>
            </a:r>
          </a:p>
          <a:p>
            <a:pPr marL="1714500" lvl="2"/>
            <a:r>
              <a:rPr lang="en-GB"/>
              <a:t>More concrete planning of product before development</a:t>
            </a:r>
          </a:p>
          <a:p>
            <a:pPr marL="1714500" lvl="2"/>
            <a:r>
              <a:rPr lang="en-GB"/>
              <a:t>Better planning of features</a:t>
            </a:r>
          </a:p>
        </p:txBody>
      </p:sp>
    </p:spTree>
    <p:extLst>
      <p:ext uri="{BB962C8B-B14F-4D97-AF65-F5344CB8AC3E}">
        <p14:creationId xmlns:p14="http://schemas.microsoft.com/office/powerpoint/2010/main" val="402419115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378601" y="3925665"/>
            <a:ext cx="15625209" cy="4775200"/>
          </a:xfrm>
        </p:spPr>
        <p:txBody>
          <a:bodyPr/>
          <a:lstStyle/>
          <a:p>
            <a:pPr algn="ctr">
              <a:tabLst>
                <a:tab pos="2841625" algn="l"/>
              </a:tabLst>
            </a:pPr>
            <a:r>
              <a:rPr lang="en-US"/>
              <a:t>Thanks</a:t>
            </a:r>
            <a:br>
              <a:rPr lang="en-US"/>
            </a:br>
            <a:br>
              <a:rPr lang="en-US"/>
            </a:br>
            <a:r>
              <a:rPr lang="en-US"/>
              <a:t>Q&amp;A</a:t>
            </a:r>
          </a:p>
        </p:txBody>
      </p:sp>
    </p:spTree>
    <p:extLst>
      <p:ext uri="{BB962C8B-B14F-4D97-AF65-F5344CB8AC3E}">
        <p14:creationId xmlns:p14="http://schemas.microsoft.com/office/powerpoint/2010/main" val="61927734"/>
      </p:ext>
    </p:extLst>
  </p:cSld>
  <p:clrMapOvr>
    <a:masterClrMapping/>
  </p:clrMapOvr>
</p:sld>
</file>

<file path=ppt/theme/theme1.xml><?xml version="1.0" encoding="utf-8"?>
<a:theme xmlns:a="http://schemas.openxmlformats.org/drawingml/2006/main" name="Default">
  <a:themeElements>
    <a:clrScheme name="Default">
      <a:dk1>
        <a:srgbClr val="000000"/>
      </a:dk1>
      <a:lt1>
        <a:srgbClr val="FFFFFF"/>
      </a:lt1>
      <a:dk2>
        <a:srgbClr val="A7A7A7"/>
      </a:dk2>
      <a:lt2>
        <a:srgbClr val="535353"/>
      </a:lt2>
      <a:accent1>
        <a:srgbClr val="0F4BEB"/>
      </a:accent1>
      <a:accent2>
        <a:srgbClr val="FF2305"/>
      </a:accent2>
      <a:accent3>
        <a:srgbClr val="323232"/>
      </a:accent3>
      <a:accent4>
        <a:srgbClr val="B2B2B2"/>
      </a:accent4>
      <a:accent5>
        <a:srgbClr val="EBEBEB"/>
      </a:accent5>
      <a:accent6>
        <a:srgbClr val="FF9600"/>
      </a:accent6>
      <a:hlink>
        <a:srgbClr val="0000FF"/>
      </a:hlink>
      <a:folHlink>
        <a:srgbClr val="FF00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104C4543FD7D85499E6A26221A5B4BF8" ma:contentTypeVersion="6" ma:contentTypeDescription="Create a new document." ma:contentTypeScope="" ma:versionID="affec00e783f4f59e3e633775abfa485">
  <xsd:schema xmlns:xsd="http://www.w3.org/2001/XMLSchema" xmlns:xs="http://www.w3.org/2001/XMLSchema" xmlns:p="http://schemas.microsoft.com/office/2006/metadata/properties" xmlns:ns2="232c448a-38a3-4785-b6d0-55572617a28e" targetNamespace="http://schemas.microsoft.com/office/2006/metadata/properties" ma:root="true" ma:fieldsID="8b7dee1bce9b6109043f48364fef9912" ns2:_="">
    <xsd:import namespace="232c448a-38a3-4785-b6d0-55572617a28e"/>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DateTaken"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32c448a-38a3-4785-b6d0-55572617a28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LengthInSeconds" ma:index="13" nillable="true" ma:displayName="Length (seconds)"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436745A0-E030-4CBE-8A15-70FCE26203D3}">
  <ds:schemaRefs>
    <ds:schemaRef ds:uri="http://schemas.microsoft.com/sharepoint/v3/contenttype/forms"/>
  </ds:schemaRefs>
</ds:datastoreItem>
</file>

<file path=customXml/itemProps2.xml><?xml version="1.0" encoding="utf-8"?>
<ds:datastoreItem xmlns:ds="http://schemas.openxmlformats.org/officeDocument/2006/customXml" ds:itemID="{2629F42F-12B9-45A9-ABA6-206E86D2302B}">
  <ds:schemaRefs>
    <ds:schemaRef ds:uri="232c448a-38a3-4785-b6d0-55572617a28e"/>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E4926AD6-7D2C-457A-A4A4-3C1CC5E800A6}">
  <ds:schemaRefs>
    <ds:schemaRef ds:uri="232c448a-38a3-4785-b6d0-55572617a28e"/>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Application>Microsoft Office PowerPoint</Application>
  <PresentationFormat>Custom</PresentationFormat>
  <Slides>16</Slides>
  <Notes>7</Notes>
  <HiddenSlides>0</HiddenSlides>
  <ScaleCrop>false</ScaleCrop>
  <HeadingPairs>
    <vt:vector size="4" baseType="variant">
      <vt:variant>
        <vt:lpstr>Theme</vt:lpstr>
      </vt:variant>
      <vt:variant>
        <vt:i4>1</vt:i4>
      </vt:variant>
      <vt:variant>
        <vt:lpstr>Slide Titles</vt:lpstr>
      </vt:variant>
      <vt:variant>
        <vt:i4>16</vt:i4>
      </vt:variant>
    </vt:vector>
  </HeadingPairs>
  <TitlesOfParts>
    <vt:vector size="17" baseType="lpstr">
      <vt:lpstr>Default</vt:lpstr>
      <vt:lpstr>PowerPoint Presentation</vt:lpstr>
      <vt:lpstr>Problem Description</vt:lpstr>
      <vt:lpstr>Background Research and Users’ Needs</vt:lpstr>
      <vt:lpstr>Comparisons or Differences</vt:lpstr>
      <vt:lpstr>Project Scope</vt:lpstr>
      <vt:lpstr>The key/Main Tech </vt:lpstr>
      <vt:lpstr>Overview of Software</vt:lpstr>
      <vt:lpstr>Overview of Solid Achievements</vt:lpstr>
      <vt:lpstr>PowerPoint Presentation</vt:lpstr>
      <vt:lpstr>Introduce the key/new function(s)</vt:lpstr>
      <vt:lpstr>Next Step  (business model / leading research / improvement) </vt:lpstr>
      <vt:lpstr> </vt:lpstr>
      <vt:lpstr>Teamwork/Management Review     </vt:lpstr>
      <vt:lpstr>Project Timeline / Achievement Review</vt:lpstr>
      <vt:lpstr>Timeline Review</vt:lpstr>
      <vt:lpstr>Thanks  Q&amp;A</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Software Engineering Studio 1A</dc:title>
  <cp:revision>1</cp:revision>
  <cp:lastPrinted>2019-03-26T00:47:01Z</cp:lastPrinted>
  <dcterms:modified xsi:type="dcterms:W3CDTF">2021-05-16T12:34:49Z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ba4f0713-8a76-46fc-9033-3e1b6c45971d_Enabled">
    <vt:lpwstr>true</vt:lpwstr>
  </property>
  <property fmtid="{D5CDD505-2E9C-101B-9397-08002B2CF9AE}" pid="3" name="MSIP_Label_ba4f0713-8a76-46fc-9033-3e1b6c45971d_SetDate">
    <vt:lpwstr>2021-05-03T06:18:16Z</vt:lpwstr>
  </property>
  <property fmtid="{D5CDD505-2E9C-101B-9397-08002B2CF9AE}" pid="4" name="MSIP_Label_ba4f0713-8a76-46fc-9033-3e1b6c45971d_Method">
    <vt:lpwstr>Privileged</vt:lpwstr>
  </property>
  <property fmtid="{D5CDD505-2E9C-101B-9397-08002B2CF9AE}" pid="5" name="MSIP_Label_ba4f0713-8a76-46fc-9033-3e1b6c45971d_Name">
    <vt:lpwstr>UTS-Public</vt:lpwstr>
  </property>
  <property fmtid="{D5CDD505-2E9C-101B-9397-08002B2CF9AE}" pid="6" name="MSIP_Label_ba4f0713-8a76-46fc-9033-3e1b6c45971d_SiteId">
    <vt:lpwstr>e8911c26-cf9f-4a9c-878e-527807be8791</vt:lpwstr>
  </property>
  <property fmtid="{D5CDD505-2E9C-101B-9397-08002B2CF9AE}" pid="7" name="MSIP_Label_ba4f0713-8a76-46fc-9033-3e1b6c45971d_ActionId">
    <vt:lpwstr>a7c4b038-3317-4c88-bb78-51bda3f11514</vt:lpwstr>
  </property>
  <property fmtid="{D5CDD505-2E9C-101B-9397-08002B2CF9AE}" pid="8" name="MSIP_Label_ba4f0713-8a76-46fc-9033-3e1b6c45971d_ContentBits">
    <vt:lpwstr>0</vt:lpwstr>
  </property>
  <property fmtid="{D5CDD505-2E9C-101B-9397-08002B2CF9AE}" pid="9" name="ContentTypeId">
    <vt:lpwstr>0x010100104C4543FD7D85499E6A26221A5B4BF8</vt:lpwstr>
  </property>
</Properties>
</file>